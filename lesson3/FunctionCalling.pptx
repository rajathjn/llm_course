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Robo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9" roundtripDataSignature="AMtx7mgKSPU0FzpSQT1lNTxLxUVp7vIO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 name="Google Shape;4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bd3f674d9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 name="Google Shape;51;g3bd3f674d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bd3f674d9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3bd3f674d9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bd3f674d90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bd3f674d90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bd3f674d90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g3bd3f674d90_0_2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bd3f674d90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3bd3f674d90_0_2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bd3f674d90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3bd3f674d90_0_3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d3f674d90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bd3f674d9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bd3f674d90_0_17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bd3f674d90_0_17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6" name="Google Shape;11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bd3f674d90_0_1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bd3f674d90_0_1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bd3f674d90_0_1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bd3f674d90_0_1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bd3f674d90_0_1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bd3f674d90_0_1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bd3f674d90_0_1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bd3f674d90_0_1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bd3f674d90_0_16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bd3f674d90_0_1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Logo Slide 1">
  <p:cSld name="Title + subhead_1_2_1">
    <p:bg>
      <p:bgPr>
        <a:solidFill>
          <a:schemeClr val="lt1"/>
        </a:solidFill>
      </p:bgPr>
    </p:bg>
    <p:spTree>
      <p:nvGrpSpPr>
        <p:cNvPr id="6" name="Shape 6"/>
        <p:cNvGrpSpPr/>
        <p:nvPr/>
      </p:nvGrpSpPr>
      <p:grpSpPr>
        <a:xfrm>
          <a:off x="0" y="0"/>
          <a:ext cx="0" cy="0"/>
          <a:chOff x="0" y="0"/>
          <a:chExt cx="0" cy="0"/>
        </a:xfrm>
      </p:grpSpPr>
      <p:pic>
        <p:nvPicPr>
          <p:cNvPr id="7" name="Google Shape;7;g3bd3f674d90_0_371"/>
          <p:cNvPicPr preferRelativeResize="0"/>
          <p:nvPr/>
        </p:nvPicPr>
        <p:blipFill rotWithShape="1">
          <a:blip r:embed="rId2">
            <a:alphaModFix/>
          </a:blip>
          <a:srcRect b="0" l="0" r="0" t="0"/>
          <a:stretch/>
        </p:blipFill>
        <p:spPr>
          <a:xfrm>
            <a:off x="2203031" y="1205663"/>
            <a:ext cx="4737940" cy="2732176"/>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54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White">
  <p:cSld name="Title Slide - White">
    <p:bg>
      <p:bgPr>
        <a:blipFill>
          <a:blip r:embed="rId2">
            <a:alphaModFix/>
          </a:blip>
          <a:stretch>
            <a:fillRect/>
          </a:stretch>
        </a:blipFill>
      </p:bgPr>
    </p:bg>
    <p:spTree>
      <p:nvGrpSpPr>
        <p:cNvPr id="8" name="Shape 8"/>
        <p:cNvGrpSpPr/>
        <p:nvPr/>
      </p:nvGrpSpPr>
      <p:grpSpPr>
        <a:xfrm>
          <a:off x="0" y="0"/>
          <a:ext cx="0" cy="0"/>
          <a:chOff x="0" y="0"/>
          <a:chExt cx="0" cy="0"/>
        </a:xfrm>
      </p:grpSpPr>
      <p:pic>
        <p:nvPicPr>
          <p:cNvPr id="9" name="Google Shape;9;g3bd3f674d90_0_373"/>
          <p:cNvPicPr preferRelativeResize="0"/>
          <p:nvPr/>
        </p:nvPicPr>
        <p:blipFill rotWithShape="1">
          <a:blip r:embed="rId3">
            <a:alphaModFix/>
          </a:blip>
          <a:srcRect b="0" l="0" r="0" t="0"/>
          <a:stretch/>
        </p:blipFill>
        <p:spPr>
          <a:xfrm>
            <a:off x="2203031" y="1205663"/>
            <a:ext cx="4737940" cy="2732176"/>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 subhead_1_1">
    <p:spTree>
      <p:nvGrpSpPr>
        <p:cNvPr id="10" name="Shape 10"/>
        <p:cNvGrpSpPr/>
        <p:nvPr/>
      </p:nvGrpSpPr>
      <p:grpSpPr>
        <a:xfrm>
          <a:off x="0" y="0"/>
          <a:ext cx="0" cy="0"/>
          <a:chOff x="0" y="0"/>
          <a:chExt cx="0" cy="0"/>
        </a:xfrm>
      </p:grpSpPr>
      <p:pic>
        <p:nvPicPr>
          <p:cNvPr id="11" name="Google Shape;11;g3bd3f674d90_0_375"/>
          <p:cNvPicPr preferRelativeResize="0"/>
          <p:nvPr/>
        </p:nvPicPr>
        <p:blipFill rotWithShape="1">
          <a:blip r:embed="rId2">
            <a:alphaModFix/>
          </a:blip>
          <a:srcRect b="0" l="0" r="0" t="0"/>
          <a:stretch/>
        </p:blipFill>
        <p:spPr>
          <a:xfrm>
            <a:off x="428627" y="983045"/>
            <a:ext cx="2043975" cy="834263"/>
          </a:xfrm>
          <a:prstGeom prst="rect">
            <a:avLst/>
          </a:prstGeom>
          <a:noFill/>
          <a:ln>
            <a:noFill/>
          </a:ln>
        </p:spPr>
      </p:pic>
      <p:sp>
        <p:nvSpPr>
          <p:cNvPr id="12" name="Google Shape;12;g3bd3f674d90_0_375"/>
          <p:cNvSpPr txBox="1"/>
          <p:nvPr>
            <p:ph type="title"/>
          </p:nvPr>
        </p:nvSpPr>
        <p:spPr>
          <a:xfrm>
            <a:off x="693419" y="3129150"/>
            <a:ext cx="8054100" cy="739500"/>
          </a:xfrm>
          <a:prstGeom prst="rect">
            <a:avLst/>
          </a:prstGeom>
          <a:noFill/>
          <a:ln>
            <a:noFill/>
          </a:ln>
        </p:spPr>
        <p:txBody>
          <a:bodyPr anchorCtr="0" anchor="ctr" bIns="68575" lIns="68575" spcFirstLastPara="1" rIns="68575" wrap="square" tIns="68575">
            <a:normAutofit/>
          </a:bodyPr>
          <a:lstStyle>
            <a:lvl1pPr lvl="0" marR="0" rtl="0" algn="l">
              <a:lnSpc>
                <a:spcPct val="100000"/>
              </a:lnSpc>
              <a:spcBef>
                <a:spcPts val="0"/>
              </a:spcBef>
              <a:spcAft>
                <a:spcPts val="0"/>
              </a:spcAft>
              <a:buClr>
                <a:schemeClr val="lt1"/>
              </a:buClr>
              <a:buSzPts val="4800"/>
              <a:buFont typeface="Roboto"/>
              <a:buNone/>
              <a:defRPr b="1" i="0" sz="4800" u="none" cap="none" strike="noStrike">
                <a:solidFill>
                  <a:schemeClr val="accent4"/>
                </a:solidFill>
                <a:latin typeface="Roboto"/>
                <a:ea typeface="Roboto"/>
                <a:cs typeface="Roboto"/>
                <a:sym typeface="Roboto"/>
              </a:defRPr>
            </a:lvl1pPr>
            <a:lvl2pPr lvl="1" marR="0" rtl="0" algn="l">
              <a:lnSpc>
                <a:spcPct val="100000"/>
              </a:lnSpc>
              <a:spcBef>
                <a:spcPts val="0"/>
              </a:spcBef>
              <a:spcAft>
                <a:spcPts val="0"/>
              </a:spcAft>
              <a:buClr>
                <a:schemeClr val="lt1"/>
              </a:buClr>
              <a:buSzPts val="3600"/>
              <a:buFont typeface="Roboto"/>
              <a:buNone/>
              <a:defRPr b="1" i="0" sz="3600" u="none" cap="none" strike="noStrike">
                <a:solidFill>
                  <a:schemeClr val="lt1"/>
                </a:solidFill>
                <a:latin typeface="Roboto"/>
                <a:ea typeface="Roboto"/>
                <a:cs typeface="Roboto"/>
                <a:sym typeface="Roboto"/>
              </a:defRPr>
            </a:lvl2pPr>
            <a:lvl3pPr lvl="2" marR="0" rtl="0" algn="l">
              <a:lnSpc>
                <a:spcPct val="100000"/>
              </a:lnSpc>
              <a:spcBef>
                <a:spcPts val="0"/>
              </a:spcBef>
              <a:spcAft>
                <a:spcPts val="0"/>
              </a:spcAft>
              <a:buClr>
                <a:schemeClr val="lt1"/>
              </a:buClr>
              <a:buSzPts val="3600"/>
              <a:buFont typeface="Roboto"/>
              <a:buNone/>
              <a:defRPr b="1" i="0" sz="3600" u="none" cap="none" strike="noStrike">
                <a:solidFill>
                  <a:schemeClr val="lt1"/>
                </a:solidFill>
                <a:latin typeface="Roboto"/>
                <a:ea typeface="Roboto"/>
                <a:cs typeface="Roboto"/>
                <a:sym typeface="Roboto"/>
              </a:defRPr>
            </a:lvl3pPr>
            <a:lvl4pPr lvl="3" marR="0" rtl="0" algn="l">
              <a:lnSpc>
                <a:spcPct val="100000"/>
              </a:lnSpc>
              <a:spcBef>
                <a:spcPts val="0"/>
              </a:spcBef>
              <a:spcAft>
                <a:spcPts val="0"/>
              </a:spcAft>
              <a:buClr>
                <a:schemeClr val="lt1"/>
              </a:buClr>
              <a:buSzPts val="3600"/>
              <a:buFont typeface="Roboto"/>
              <a:buNone/>
              <a:defRPr b="1" i="0" sz="3600" u="none" cap="none" strike="noStrike">
                <a:solidFill>
                  <a:schemeClr val="lt1"/>
                </a:solidFill>
                <a:latin typeface="Roboto"/>
                <a:ea typeface="Roboto"/>
                <a:cs typeface="Roboto"/>
                <a:sym typeface="Roboto"/>
              </a:defRPr>
            </a:lvl4pPr>
            <a:lvl5pPr lvl="4" marR="0" rtl="0" algn="l">
              <a:lnSpc>
                <a:spcPct val="100000"/>
              </a:lnSpc>
              <a:spcBef>
                <a:spcPts val="0"/>
              </a:spcBef>
              <a:spcAft>
                <a:spcPts val="0"/>
              </a:spcAft>
              <a:buClr>
                <a:schemeClr val="lt1"/>
              </a:buClr>
              <a:buSzPts val="3600"/>
              <a:buFont typeface="Roboto"/>
              <a:buNone/>
              <a:defRPr b="1" i="0" sz="3600" u="none" cap="none" strike="noStrike">
                <a:solidFill>
                  <a:schemeClr val="lt1"/>
                </a:solidFill>
                <a:latin typeface="Roboto"/>
                <a:ea typeface="Roboto"/>
                <a:cs typeface="Roboto"/>
                <a:sym typeface="Roboto"/>
              </a:defRPr>
            </a:lvl5pPr>
            <a:lvl6pPr lvl="5" marR="0" rtl="0" algn="l">
              <a:lnSpc>
                <a:spcPct val="100000"/>
              </a:lnSpc>
              <a:spcBef>
                <a:spcPts val="0"/>
              </a:spcBef>
              <a:spcAft>
                <a:spcPts val="0"/>
              </a:spcAft>
              <a:buClr>
                <a:schemeClr val="lt1"/>
              </a:buClr>
              <a:buSzPts val="3600"/>
              <a:buFont typeface="Roboto"/>
              <a:buNone/>
              <a:defRPr b="1" i="0" sz="3600" u="none" cap="none" strike="noStrike">
                <a:solidFill>
                  <a:schemeClr val="lt1"/>
                </a:solidFill>
                <a:latin typeface="Roboto"/>
                <a:ea typeface="Roboto"/>
                <a:cs typeface="Roboto"/>
                <a:sym typeface="Roboto"/>
              </a:defRPr>
            </a:lvl6pPr>
            <a:lvl7pPr lvl="6" marR="0" rtl="0" algn="l">
              <a:lnSpc>
                <a:spcPct val="100000"/>
              </a:lnSpc>
              <a:spcBef>
                <a:spcPts val="0"/>
              </a:spcBef>
              <a:spcAft>
                <a:spcPts val="0"/>
              </a:spcAft>
              <a:buClr>
                <a:schemeClr val="lt1"/>
              </a:buClr>
              <a:buSzPts val="3600"/>
              <a:buFont typeface="Roboto"/>
              <a:buNone/>
              <a:defRPr b="1" i="0" sz="3600" u="none" cap="none" strike="noStrike">
                <a:solidFill>
                  <a:schemeClr val="lt1"/>
                </a:solidFill>
                <a:latin typeface="Roboto"/>
                <a:ea typeface="Roboto"/>
                <a:cs typeface="Roboto"/>
                <a:sym typeface="Roboto"/>
              </a:defRPr>
            </a:lvl7pPr>
            <a:lvl8pPr lvl="7" marR="0" rtl="0" algn="l">
              <a:lnSpc>
                <a:spcPct val="100000"/>
              </a:lnSpc>
              <a:spcBef>
                <a:spcPts val="0"/>
              </a:spcBef>
              <a:spcAft>
                <a:spcPts val="0"/>
              </a:spcAft>
              <a:buClr>
                <a:schemeClr val="lt1"/>
              </a:buClr>
              <a:buSzPts val="3600"/>
              <a:buFont typeface="Roboto"/>
              <a:buNone/>
              <a:defRPr b="1" i="0" sz="3600" u="none" cap="none" strike="noStrike">
                <a:solidFill>
                  <a:schemeClr val="lt1"/>
                </a:solidFill>
                <a:latin typeface="Roboto"/>
                <a:ea typeface="Roboto"/>
                <a:cs typeface="Roboto"/>
                <a:sym typeface="Roboto"/>
              </a:defRPr>
            </a:lvl8pPr>
            <a:lvl9pPr lvl="8" marR="0" rtl="0" algn="l">
              <a:lnSpc>
                <a:spcPct val="100000"/>
              </a:lnSpc>
              <a:spcBef>
                <a:spcPts val="0"/>
              </a:spcBef>
              <a:spcAft>
                <a:spcPts val="0"/>
              </a:spcAft>
              <a:buClr>
                <a:schemeClr val="lt1"/>
              </a:buClr>
              <a:buSzPts val="3600"/>
              <a:buFont typeface="Roboto"/>
              <a:buNone/>
              <a:defRPr b="1" i="0" sz="3600" u="none" cap="none" strike="noStrike">
                <a:solidFill>
                  <a:schemeClr val="lt1"/>
                </a:solidFill>
                <a:latin typeface="Roboto"/>
                <a:ea typeface="Roboto"/>
                <a:cs typeface="Roboto"/>
                <a:sym typeface="Roboto"/>
              </a:defRPr>
            </a:lvl9pPr>
          </a:lstStyle>
          <a:p/>
        </p:txBody>
      </p:sp>
    </p:spTree>
  </p:cSld>
  <p:clrMapOvr>
    <a:masterClrMapping/>
  </p:clrMapOvr>
  <p:extLst>
    <p:ext uri="{DCECCB84-F9BA-43D5-87BE-67443E8EF086}">
      <p15:sldGuideLst>
        <p15:guide id="1" orient="horz" pos="1620">
          <p15:clr>
            <a:srgbClr val="FBAE40"/>
          </p15:clr>
        </p15:guide>
        <p15:guide id="2" pos="547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urora">
  <p:cSld name="Title + subhead_1_3">
    <p:bg>
      <p:bgPr>
        <a:blipFill>
          <a:blip r:embed="rId2">
            <a:alphaModFix/>
          </a:blip>
          <a:stretch>
            <a:fillRect/>
          </a:stretch>
        </a:blipFill>
      </p:bgPr>
    </p:bg>
    <p:spTree>
      <p:nvGrpSpPr>
        <p:cNvPr id="13" name="Shape 13"/>
        <p:cNvGrpSpPr/>
        <p:nvPr/>
      </p:nvGrpSpPr>
      <p:grpSpPr>
        <a:xfrm>
          <a:off x="0" y="0"/>
          <a:ext cx="0" cy="0"/>
          <a:chOff x="0" y="0"/>
          <a:chExt cx="0" cy="0"/>
        </a:xfrm>
      </p:grpSpPr>
    </p:spTree>
  </p:cSld>
  <p:clrMapOvr>
    <a:masterClrMapping/>
  </p:clrMapOvr>
  <p:extLst>
    <p:ext uri="{DCECCB84-F9BA-43D5-87BE-67443E8EF086}">
      <p15:sldGuideLst>
        <p15:guide id="1" orient="horz" pos="1620">
          <p15:clr>
            <a:srgbClr val="FBAE40"/>
          </p15:clr>
        </p15:guide>
        <p15:guide id="2" pos="547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ave - Aurora">
  <p:cSld name="Title + subhead_1_1_1">
    <p:bg>
      <p:bgPr>
        <a:blipFill>
          <a:blip r:embed="rId2">
            <a:alphaModFix/>
          </a:blip>
          <a:stretch>
            <a:fillRect/>
          </a:stretch>
        </a:blipFill>
      </p:bgPr>
    </p:bg>
    <p:spTree>
      <p:nvGrpSpPr>
        <p:cNvPr id="14" name="Shape 14"/>
        <p:cNvGrpSpPr/>
        <p:nvPr/>
      </p:nvGrpSpPr>
      <p:grpSpPr>
        <a:xfrm>
          <a:off x="0" y="0"/>
          <a:ext cx="0" cy="0"/>
          <a:chOff x="0" y="0"/>
          <a:chExt cx="0" cy="0"/>
        </a:xfrm>
      </p:grpSpPr>
      <p:sp>
        <p:nvSpPr>
          <p:cNvPr descr="A blue and white grid&#10;&#10;Description automatically generated" id="15" name="Google Shape;15;g3bd3f674d90_0_379"/>
          <p:cNvSpPr/>
          <p:nvPr/>
        </p:nvSpPr>
        <p:spPr>
          <a:xfrm>
            <a:off x="0" y="0"/>
            <a:ext cx="9144000" cy="5143500"/>
          </a:xfrm>
          <a:prstGeom prst="rect">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id="16" name="Google Shape;16;g3bd3f674d90_0_379"/>
          <p:cNvPicPr preferRelativeResize="0"/>
          <p:nvPr/>
        </p:nvPicPr>
        <p:blipFill rotWithShape="1">
          <a:blip r:embed="rId3">
            <a:alphaModFix/>
          </a:blip>
          <a:srcRect b="0" l="0" r="0" t="0"/>
          <a:stretch/>
        </p:blipFill>
        <p:spPr>
          <a:xfrm>
            <a:off x="428627" y="983045"/>
            <a:ext cx="2043975" cy="834263"/>
          </a:xfrm>
          <a:prstGeom prst="rect">
            <a:avLst/>
          </a:prstGeom>
          <a:noFill/>
          <a:ln>
            <a:noFill/>
          </a:ln>
        </p:spPr>
      </p:pic>
      <p:sp>
        <p:nvSpPr>
          <p:cNvPr id="17" name="Google Shape;17;g3bd3f674d90_0_379"/>
          <p:cNvSpPr txBox="1"/>
          <p:nvPr>
            <p:ph type="title"/>
          </p:nvPr>
        </p:nvSpPr>
        <p:spPr>
          <a:xfrm>
            <a:off x="693419" y="3129150"/>
            <a:ext cx="8054100" cy="739500"/>
          </a:xfrm>
          <a:prstGeom prst="rect">
            <a:avLst/>
          </a:prstGeom>
          <a:noFill/>
          <a:ln>
            <a:noFill/>
          </a:ln>
        </p:spPr>
        <p:txBody>
          <a:bodyPr anchorCtr="0" anchor="ctr" bIns="68575" lIns="68575" spcFirstLastPara="1" rIns="68575" wrap="square" tIns="68575">
            <a:normAutofit/>
          </a:bodyPr>
          <a:lstStyle>
            <a:lvl1pPr lvl="0" marR="0" rtl="0" algn="l">
              <a:lnSpc>
                <a:spcPct val="100000"/>
              </a:lnSpc>
              <a:spcBef>
                <a:spcPts val="0"/>
              </a:spcBef>
              <a:spcAft>
                <a:spcPts val="0"/>
              </a:spcAft>
              <a:buClr>
                <a:schemeClr val="lt1"/>
              </a:buClr>
              <a:buSzPts val="4800"/>
              <a:buFont typeface="Roboto"/>
              <a:buNone/>
              <a:defRPr b="1" i="0" sz="4800" u="none" cap="none" strike="noStrike">
                <a:solidFill>
                  <a:schemeClr val="accent4"/>
                </a:solidFill>
                <a:latin typeface="Roboto"/>
                <a:ea typeface="Roboto"/>
                <a:cs typeface="Roboto"/>
                <a:sym typeface="Roboto"/>
              </a:defRPr>
            </a:lvl1pPr>
            <a:lvl2pPr lvl="1" marR="0" rtl="0" algn="l">
              <a:lnSpc>
                <a:spcPct val="100000"/>
              </a:lnSpc>
              <a:spcBef>
                <a:spcPts val="0"/>
              </a:spcBef>
              <a:spcAft>
                <a:spcPts val="0"/>
              </a:spcAft>
              <a:buClr>
                <a:schemeClr val="lt1"/>
              </a:buClr>
              <a:buSzPts val="3600"/>
              <a:buFont typeface="Roboto"/>
              <a:buNone/>
              <a:defRPr b="1" i="0" sz="3600" u="none" cap="none" strike="noStrike">
                <a:solidFill>
                  <a:schemeClr val="lt1"/>
                </a:solidFill>
                <a:latin typeface="Roboto"/>
                <a:ea typeface="Roboto"/>
                <a:cs typeface="Roboto"/>
                <a:sym typeface="Roboto"/>
              </a:defRPr>
            </a:lvl2pPr>
            <a:lvl3pPr lvl="2" marR="0" rtl="0" algn="l">
              <a:lnSpc>
                <a:spcPct val="100000"/>
              </a:lnSpc>
              <a:spcBef>
                <a:spcPts val="0"/>
              </a:spcBef>
              <a:spcAft>
                <a:spcPts val="0"/>
              </a:spcAft>
              <a:buClr>
                <a:schemeClr val="lt1"/>
              </a:buClr>
              <a:buSzPts val="3600"/>
              <a:buFont typeface="Roboto"/>
              <a:buNone/>
              <a:defRPr b="1" i="0" sz="3600" u="none" cap="none" strike="noStrike">
                <a:solidFill>
                  <a:schemeClr val="lt1"/>
                </a:solidFill>
                <a:latin typeface="Roboto"/>
                <a:ea typeface="Roboto"/>
                <a:cs typeface="Roboto"/>
                <a:sym typeface="Roboto"/>
              </a:defRPr>
            </a:lvl3pPr>
            <a:lvl4pPr lvl="3" marR="0" rtl="0" algn="l">
              <a:lnSpc>
                <a:spcPct val="100000"/>
              </a:lnSpc>
              <a:spcBef>
                <a:spcPts val="0"/>
              </a:spcBef>
              <a:spcAft>
                <a:spcPts val="0"/>
              </a:spcAft>
              <a:buClr>
                <a:schemeClr val="lt1"/>
              </a:buClr>
              <a:buSzPts val="3600"/>
              <a:buFont typeface="Roboto"/>
              <a:buNone/>
              <a:defRPr b="1" i="0" sz="3600" u="none" cap="none" strike="noStrike">
                <a:solidFill>
                  <a:schemeClr val="lt1"/>
                </a:solidFill>
                <a:latin typeface="Roboto"/>
                <a:ea typeface="Roboto"/>
                <a:cs typeface="Roboto"/>
                <a:sym typeface="Roboto"/>
              </a:defRPr>
            </a:lvl4pPr>
            <a:lvl5pPr lvl="4" marR="0" rtl="0" algn="l">
              <a:lnSpc>
                <a:spcPct val="100000"/>
              </a:lnSpc>
              <a:spcBef>
                <a:spcPts val="0"/>
              </a:spcBef>
              <a:spcAft>
                <a:spcPts val="0"/>
              </a:spcAft>
              <a:buClr>
                <a:schemeClr val="lt1"/>
              </a:buClr>
              <a:buSzPts val="3600"/>
              <a:buFont typeface="Roboto"/>
              <a:buNone/>
              <a:defRPr b="1" i="0" sz="3600" u="none" cap="none" strike="noStrike">
                <a:solidFill>
                  <a:schemeClr val="lt1"/>
                </a:solidFill>
                <a:latin typeface="Roboto"/>
                <a:ea typeface="Roboto"/>
                <a:cs typeface="Roboto"/>
                <a:sym typeface="Roboto"/>
              </a:defRPr>
            </a:lvl5pPr>
            <a:lvl6pPr lvl="5" marR="0" rtl="0" algn="l">
              <a:lnSpc>
                <a:spcPct val="100000"/>
              </a:lnSpc>
              <a:spcBef>
                <a:spcPts val="0"/>
              </a:spcBef>
              <a:spcAft>
                <a:spcPts val="0"/>
              </a:spcAft>
              <a:buClr>
                <a:schemeClr val="lt1"/>
              </a:buClr>
              <a:buSzPts val="3600"/>
              <a:buFont typeface="Roboto"/>
              <a:buNone/>
              <a:defRPr b="1" i="0" sz="3600" u="none" cap="none" strike="noStrike">
                <a:solidFill>
                  <a:schemeClr val="lt1"/>
                </a:solidFill>
                <a:latin typeface="Roboto"/>
                <a:ea typeface="Roboto"/>
                <a:cs typeface="Roboto"/>
                <a:sym typeface="Roboto"/>
              </a:defRPr>
            </a:lvl6pPr>
            <a:lvl7pPr lvl="6" marR="0" rtl="0" algn="l">
              <a:lnSpc>
                <a:spcPct val="100000"/>
              </a:lnSpc>
              <a:spcBef>
                <a:spcPts val="0"/>
              </a:spcBef>
              <a:spcAft>
                <a:spcPts val="0"/>
              </a:spcAft>
              <a:buClr>
                <a:schemeClr val="lt1"/>
              </a:buClr>
              <a:buSzPts val="3600"/>
              <a:buFont typeface="Roboto"/>
              <a:buNone/>
              <a:defRPr b="1" i="0" sz="3600" u="none" cap="none" strike="noStrike">
                <a:solidFill>
                  <a:schemeClr val="lt1"/>
                </a:solidFill>
                <a:latin typeface="Roboto"/>
                <a:ea typeface="Roboto"/>
                <a:cs typeface="Roboto"/>
                <a:sym typeface="Roboto"/>
              </a:defRPr>
            </a:lvl7pPr>
            <a:lvl8pPr lvl="7" marR="0" rtl="0" algn="l">
              <a:lnSpc>
                <a:spcPct val="100000"/>
              </a:lnSpc>
              <a:spcBef>
                <a:spcPts val="0"/>
              </a:spcBef>
              <a:spcAft>
                <a:spcPts val="0"/>
              </a:spcAft>
              <a:buClr>
                <a:schemeClr val="lt1"/>
              </a:buClr>
              <a:buSzPts val="3600"/>
              <a:buFont typeface="Roboto"/>
              <a:buNone/>
              <a:defRPr b="1" i="0" sz="3600" u="none" cap="none" strike="noStrike">
                <a:solidFill>
                  <a:schemeClr val="lt1"/>
                </a:solidFill>
                <a:latin typeface="Roboto"/>
                <a:ea typeface="Roboto"/>
                <a:cs typeface="Roboto"/>
                <a:sym typeface="Roboto"/>
              </a:defRPr>
            </a:lvl8pPr>
            <a:lvl9pPr lvl="8" marR="0" rtl="0" algn="l">
              <a:lnSpc>
                <a:spcPct val="100000"/>
              </a:lnSpc>
              <a:spcBef>
                <a:spcPts val="0"/>
              </a:spcBef>
              <a:spcAft>
                <a:spcPts val="0"/>
              </a:spcAft>
              <a:buClr>
                <a:schemeClr val="lt1"/>
              </a:buClr>
              <a:buSzPts val="3600"/>
              <a:buFont typeface="Roboto"/>
              <a:buNone/>
              <a:defRPr b="1" i="0" sz="3600" u="none" cap="none" strike="noStrike">
                <a:solidFill>
                  <a:schemeClr val="lt1"/>
                </a:solidFill>
                <a:latin typeface="Roboto"/>
                <a:ea typeface="Roboto"/>
                <a:cs typeface="Roboto"/>
                <a:sym typeface="Roboto"/>
              </a:defRPr>
            </a:lvl9pPr>
          </a:lstStyle>
          <a:p/>
        </p:txBody>
      </p:sp>
    </p:spTree>
  </p:cSld>
  <p:clrMapOvr>
    <a:masterClrMapping/>
  </p:clrMapOvr>
  <p:extLst>
    <p:ext uri="{DCECCB84-F9BA-43D5-87BE-67443E8EF086}">
      <p15:sldGuideLst>
        <p15:guide id="1" orient="horz" pos="1620">
          <p15:clr>
            <a:srgbClr val="FBAE40"/>
          </p15:clr>
        </p15:guide>
        <p15:guide id="2" pos="547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urora">
  <p:cSld name="1_Blank - Aurora">
    <p:bg>
      <p:bgPr>
        <a:solidFill>
          <a:schemeClr val="lt1"/>
        </a:solidFill>
      </p:bgPr>
    </p:bg>
    <p:spTree>
      <p:nvGrpSpPr>
        <p:cNvPr id="18" name="Shape 18"/>
        <p:cNvGrpSpPr/>
        <p:nvPr/>
      </p:nvGrpSpPr>
      <p:grpSpPr>
        <a:xfrm>
          <a:off x="0" y="0"/>
          <a:ext cx="0" cy="0"/>
          <a:chOff x="0" y="0"/>
          <a:chExt cx="0" cy="0"/>
        </a:xfrm>
      </p:grpSpPr>
    </p:spTree>
  </p:cSld>
  <p:clrMapOvr>
    <a:masterClrMapping/>
  </p:clrMapOvr>
  <p:extLst>
    <p:ext uri="{DCECCB84-F9BA-43D5-87BE-67443E8EF086}">
      <p15:sldGuideLst>
        <p15:guide id="1" orient="horz" pos="1620">
          <p15:clr>
            <a:srgbClr val="FBAE40"/>
          </p15:clr>
        </p15:guide>
        <p15:guide id="2" pos="547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g3bd3f674d90_0_38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1" name="Google Shape;21;g3bd3f674d90_0_38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2" name="Google Shape;22;g3bd3f674d90_0_38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g3bd3f674d90_0_38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g3bd3f674d90_0_38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6" name="Google Shape;26;g3bd3f674d90_0_38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g3bd3f674d90_0_39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9" name="Google Shape;29;g3bd3f674d90_0_39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st" type="obj">
  <p:cSld name="OBJECT">
    <p:spTree>
      <p:nvGrpSpPr>
        <p:cNvPr id="30" name="Shape 30"/>
        <p:cNvGrpSpPr/>
        <p:nvPr/>
      </p:nvGrpSpPr>
      <p:grpSpPr>
        <a:xfrm>
          <a:off x="0" y="0"/>
          <a:ext cx="0" cy="0"/>
          <a:chOff x="0" y="0"/>
          <a:chExt cx="0" cy="0"/>
        </a:xfrm>
      </p:grpSpPr>
      <p:sp>
        <p:nvSpPr>
          <p:cNvPr id="31" name="Google Shape;31;g3bd3f674d90_0_395"/>
          <p:cNvSpPr txBox="1"/>
          <p:nvPr>
            <p:ph type="title"/>
          </p:nvPr>
        </p:nvSpPr>
        <p:spPr>
          <a:xfrm>
            <a:off x="950708" y="432186"/>
            <a:ext cx="7358400" cy="342900"/>
          </a:xfrm>
          <a:prstGeom prst="rect">
            <a:avLst/>
          </a:prstGeom>
          <a:noFill/>
          <a:ln>
            <a:noFill/>
          </a:ln>
        </p:spPr>
        <p:txBody>
          <a:bodyPr anchorCtr="0" anchor="ctr" bIns="40800" lIns="81625" spcFirstLastPara="1" rIns="81625" wrap="square" tIns="40800">
            <a:normAutofit/>
          </a:bodyPr>
          <a:lstStyle>
            <a:lvl1pPr lvl="0" algn="l">
              <a:lnSpc>
                <a:spcPct val="100000"/>
              </a:lnSpc>
              <a:spcBef>
                <a:spcPts val="0"/>
              </a:spcBef>
              <a:spcAft>
                <a:spcPts val="0"/>
              </a:spcAft>
              <a:buSzPts val="2800"/>
              <a:buNone/>
              <a:defRPr>
                <a:solidFill>
                  <a:srgbClr val="0187B2"/>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2" name="Google Shape;32;g3bd3f674d90_0_395"/>
          <p:cNvSpPr txBox="1"/>
          <p:nvPr>
            <p:ph idx="1" type="body"/>
          </p:nvPr>
        </p:nvSpPr>
        <p:spPr>
          <a:xfrm>
            <a:off x="457200" y="971551"/>
            <a:ext cx="8229600" cy="3623100"/>
          </a:xfrm>
          <a:prstGeom prst="rect">
            <a:avLst/>
          </a:prstGeom>
          <a:noFill/>
          <a:ln>
            <a:noFill/>
          </a:ln>
        </p:spPr>
        <p:txBody>
          <a:bodyPr anchorCtr="0" anchor="t" bIns="40800" lIns="81625" spcFirstLastPara="1" rIns="81625" wrap="square" tIns="40800">
            <a:normAutofit/>
          </a:bodyPr>
          <a:lstStyle>
            <a:lvl1pPr indent="-355600" lvl="0" marL="457200" algn="l">
              <a:lnSpc>
                <a:spcPct val="115000"/>
              </a:lnSpc>
              <a:spcBef>
                <a:spcPts val="400"/>
              </a:spcBef>
              <a:spcAft>
                <a:spcPts val="0"/>
              </a:spcAft>
              <a:buSzPts val="2000"/>
              <a:buFont typeface="Arial"/>
              <a:buChar char="•"/>
              <a:defRPr>
                <a:solidFill>
                  <a:srgbClr val="595959"/>
                </a:solidFill>
              </a:defRPr>
            </a:lvl1pPr>
            <a:lvl2pPr indent="-330200" lvl="1" marL="914400" algn="l">
              <a:lnSpc>
                <a:spcPct val="115000"/>
              </a:lnSpc>
              <a:spcBef>
                <a:spcPts val="320"/>
              </a:spcBef>
              <a:spcAft>
                <a:spcPts val="0"/>
              </a:spcAft>
              <a:buSzPts val="1600"/>
              <a:buFont typeface="Avenir"/>
              <a:buChar char="○"/>
              <a:defRPr sz="1600">
                <a:solidFill>
                  <a:srgbClr val="595959"/>
                </a:solidFill>
              </a:defRPr>
            </a:lvl2pPr>
            <a:lvl3pPr indent="-330200" lvl="2" marL="1371600" algn="l">
              <a:lnSpc>
                <a:spcPct val="115000"/>
              </a:lnSpc>
              <a:spcBef>
                <a:spcPts val="320"/>
              </a:spcBef>
              <a:spcAft>
                <a:spcPts val="0"/>
              </a:spcAft>
              <a:buSzPts val="1600"/>
              <a:buFont typeface="Arial"/>
              <a:buChar char="■"/>
              <a:defRPr sz="1600">
                <a:solidFill>
                  <a:srgbClr val="595959"/>
                </a:solidFill>
              </a:defRPr>
            </a:lvl3pPr>
            <a:lvl4pPr indent="-330200" lvl="3" marL="1828800" algn="l">
              <a:lnSpc>
                <a:spcPct val="115000"/>
              </a:lnSpc>
              <a:spcBef>
                <a:spcPts val="320"/>
              </a:spcBef>
              <a:spcAft>
                <a:spcPts val="0"/>
              </a:spcAft>
              <a:buSzPts val="1600"/>
              <a:buFont typeface="Arial"/>
              <a:buChar char="●"/>
              <a:defRPr sz="1600">
                <a:solidFill>
                  <a:srgbClr val="595959"/>
                </a:solidFill>
              </a:defRPr>
            </a:lvl4pPr>
            <a:lvl5pPr indent="-330200" lvl="4" marL="2286000" algn="l">
              <a:lnSpc>
                <a:spcPct val="115000"/>
              </a:lnSpc>
              <a:spcBef>
                <a:spcPts val="320"/>
              </a:spcBef>
              <a:spcAft>
                <a:spcPts val="0"/>
              </a:spcAft>
              <a:buSzPts val="1600"/>
              <a:buFont typeface="Arial"/>
              <a:buChar char="○"/>
              <a:defRPr sz="1600">
                <a:solidFill>
                  <a:srgbClr val="595959"/>
                </a:solidFill>
              </a:defRPr>
            </a:lvl5pPr>
            <a:lvl6pPr indent="-342900" lvl="5" marL="2743200" algn="l">
              <a:lnSpc>
                <a:spcPct val="115000"/>
              </a:lnSpc>
              <a:spcBef>
                <a:spcPts val="360"/>
              </a:spcBef>
              <a:spcAft>
                <a:spcPts val="0"/>
              </a:spcAft>
              <a:buSzPts val="1800"/>
              <a:buChar char="■"/>
              <a:defRPr/>
            </a:lvl6pPr>
            <a:lvl7pPr indent="-342900" lvl="6" marL="3200400" algn="l">
              <a:lnSpc>
                <a:spcPct val="115000"/>
              </a:lnSpc>
              <a:spcBef>
                <a:spcPts val="360"/>
              </a:spcBef>
              <a:spcAft>
                <a:spcPts val="0"/>
              </a:spcAft>
              <a:buSzPts val="1800"/>
              <a:buChar char="●"/>
              <a:defRPr/>
            </a:lvl7pPr>
            <a:lvl8pPr indent="-342900" lvl="7" marL="3657600" algn="l">
              <a:lnSpc>
                <a:spcPct val="115000"/>
              </a:lnSpc>
              <a:spcBef>
                <a:spcPts val="360"/>
              </a:spcBef>
              <a:spcAft>
                <a:spcPts val="0"/>
              </a:spcAft>
              <a:buSzPts val="1800"/>
              <a:buChar char="○"/>
              <a:defRPr/>
            </a:lvl8pPr>
            <a:lvl9pPr indent="-342900" lvl="8" marL="4114800" algn="l">
              <a:lnSpc>
                <a:spcPct val="115000"/>
              </a:lnSpc>
              <a:spcBef>
                <a:spcPts val="360"/>
              </a:spcBef>
              <a:spcAft>
                <a:spcPts val="0"/>
              </a:spcAft>
              <a:buSzPts val="1800"/>
              <a:buChar char="■"/>
              <a:defRPr/>
            </a:lvl9pPr>
          </a:lstStyle>
          <a:p/>
        </p:txBody>
      </p:sp>
      <p:grpSp>
        <p:nvGrpSpPr>
          <p:cNvPr id="33" name="Google Shape;33;g3bd3f674d90_0_395"/>
          <p:cNvGrpSpPr/>
          <p:nvPr/>
        </p:nvGrpSpPr>
        <p:grpSpPr>
          <a:xfrm rot="10800000">
            <a:off x="-138279" y="547608"/>
            <a:ext cx="952685" cy="111968"/>
            <a:chOff x="15544800" y="736600"/>
            <a:chExt cx="3890098" cy="457200"/>
          </a:xfrm>
        </p:grpSpPr>
        <p:sp>
          <p:nvSpPr>
            <p:cNvPr id="34" name="Google Shape;34;g3bd3f674d90_0_395"/>
            <p:cNvSpPr/>
            <p:nvPr/>
          </p:nvSpPr>
          <p:spPr>
            <a:xfrm>
              <a:off x="15544800" y="736600"/>
              <a:ext cx="457200" cy="457200"/>
            </a:xfrm>
            <a:prstGeom prst="ellipse">
              <a:avLst/>
            </a:prstGeom>
            <a:noFill/>
            <a:ln cap="flat" cmpd="sng" w="3810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25"/>
                <a:buFont typeface="Arial"/>
                <a:buNone/>
              </a:pPr>
              <a:r>
                <a:t/>
              </a:r>
              <a:endParaRPr b="1" i="0" sz="1125" u="none" cap="none" strike="noStrike">
                <a:solidFill>
                  <a:srgbClr val="000000"/>
                </a:solidFill>
                <a:latin typeface="Arial"/>
                <a:ea typeface="Arial"/>
                <a:cs typeface="Arial"/>
                <a:sym typeface="Arial"/>
              </a:endParaRPr>
            </a:p>
          </p:txBody>
        </p:sp>
        <p:cxnSp>
          <p:nvCxnSpPr>
            <p:cNvPr id="35" name="Google Shape;35;g3bd3f674d90_0_395"/>
            <p:cNvCxnSpPr/>
            <p:nvPr/>
          </p:nvCxnSpPr>
          <p:spPr>
            <a:xfrm>
              <a:off x="16001998" y="965200"/>
              <a:ext cx="3432900" cy="0"/>
            </a:xfrm>
            <a:prstGeom prst="straightConnector1">
              <a:avLst/>
            </a:prstGeom>
            <a:solidFill>
              <a:schemeClr val="accent1"/>
            </a:solidFill>
            <a:ln cap="flat" cmpd="sng" w="38100">
              <a:solidFill>
                <a:schemeClr val="accent2"/>
              </a:solidFill>
              <a:prstDash val="solid"/>
              <a:round/>
              <a:headEnd len="sm" w="sm" type="none"/>
              <a:tailEnd len="sm" w="sm" type="none"/>
            </a:ln>
          </p:spPr>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g3bd3f674d90_0_40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8" name="Google Shape;38;g3bd3f674d90_0_40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with bullets">
  <p:cSld name="Header with bullets">
    <p:bg>
      <p:bgPr>
        <a:solidFill>
          <a:schemeClr val="lt1"/>
        </a:solidFill>
      </p:bgPr>
    </p:bg>
    <p:spTree>
      <p:nvGrpSpPr>
        <p:cNvPr id="39" name="Shape 39"/>
        <p:cNvGrpSpPr/>
        <p:nvPr/>
      </p:nvGrpSpPr>
      <p:grpSpPr>
        <a:xfrm>
          <a:off x="0" y="0"/>
          <a:ext cx="0" cy="0"/>
          <a:chOff x="0" y="0"/>
          <a:chExt cx="0" cy="0"/>
        </a:xfrm>
      </p:grpSpPr>
      <p:pic>
        <p:nvPicPr>
          <p:cNvPr id="40" name="Google Shape;40;g3bd3f674d90_0_404"/>
          <p:cNvPicPr preferRelativeResize="0"/>
          <p:nvPr/>
        </p:nvPicPr>
        <p:blipFill rotWithShape="1">
          <a:blip r:embed="rId2">
            <a:alphaModFix/>
          </a:blip>
          <a:srcRect b="9616" l="0" r="0" t="0"/>
          <a:stretch/>
        </p:blipFill>
        <p:spPr>
          <a:xfrm>
            <a:off x="0" y="670"/>
            <a:ext cx="9141619" cy="4647529"/>
          </a:xfrm>
          <a:prstGeom prst="rect">
            <a:avLst/>
          </a:prstGeom>
          <a:noFill/>
          <a:ln>
            <a:noFill/>
          </a:ln>
        </p:spPr>
      </p:pic>
      <p:sp>
        <p:nvSpPr>
          <p:cNvPr id="41" name="Google Shape;41;g3bd3f674d90_0_404"/>
          <p:cNvSpPr txBox="1"/>
          <p:nvPr>
            <p:ph type="title"/>
          </p:nvPr>
        </p:nvSpPr>
        <p:spPr>
          <a:xfrm>
            <a:off x="405000" y="405001"/>
            <a:ext cx="8376300" cy="705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rgbClr val="0099CC"/>
              </a:buClr>
              <a:buSzPts val="2700"/>
              <a:buFont typeface="Arial"/>
              <a:buNone/>
              <a:defRPr sz="2700">
                <a:solidFill>
                  <a:srgbClr val="0099CC"/>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2" name="Google Shape;42;g3bd3f674d90_0_404"/>
          <p:cNvSpPr txBox="1"/>
          <p:nvPr>
            <p:ph idx="1" type="body"/>
          </p:nvPr>
        </p:nvSpPr>
        <p:spPr>
          <a:xfrm>
            <a:off x="404813" y="1283186"/>
            <a:ext cx="8376300" cy="3345900"/>
          </a:xfrm>
          <a:prstGeom prst="rect">
            <a:avLst/>
          </a:prstGeom>
          <a:noFill/>
          <a:ln>
            <a:noFill/>
          </a:ln>
        </p:spPr>
        <p:txBody>
          <a:bodyPr anchorCtr="0" anchor="t" bIns="0" lIns="0" spcFirstLastPara="1" rIns="0" wrap="square" tIns="0">
            <a:noAutofit/>
          </a:bodyPr>
          <a:lstStyle>
            <a:lvl1pPr indent="-361950" lvl="0" marL="457200" algn="l">
              <a:lnSpc>
                <a:spcPct val="90000"/>
              </a:lnSpc>
              <a:spcBef>
                <a:spcPts val="800"/>
              </a:spcBef>
              <a:spcAft>
                <a:spcPts val="0"/>
              </a:spcAft>
              <a:buClr>
                <a:schemeClr val="dk1"/>
              </a:buClr>
              <a:buSzPts val="2100"/>
              <a:buFont typeface="Arial"/>
              <a:buChar char="•"/>
              <a:defRPr>
                <a:solidFill>
                  <a:schemeClr val="dk1"/>
                </a:solidFill>
              </a:defRPr>
            </a:lvl1pPr>
            <a:lvl2pPr indent="-342900" lvl="1" marL="914400" algn="l">
              <a:lnSpc>
                <a:spcPct val="90000"/>
              </a:lnSpc>
              <a:spcBef>
                <a:spcPts val="400"/>
              </a:spcBef>
              <a:spcAft>
                <a:spcPts val="0"/>
              </a:spcAft>
              <a:buClr>
                <a:schemeClr val="dk1"/>
              </a:buClr>
              <a:buSzPts val="1800"/>
              <a:buFont typeface="Arial"/>
              <a:buChar char="•"/>
              <a:defRPr>
                <a:solidFill>
                  <a:schemeClr val="dk1"/>
                </a:solidFill>
              </a:defRPr>
            </a:lvl2pPr>
            <a:lvl3pPr indent="-323850" lvl="2" marL="1371600" algn="l">
              <a:lnSpc>
                <a:spcPct val="90000"/>
              </a:lnSpc>
              <a:spcBef>
                <a:spcPts val="400"/>
              </a:spcBef>
              <a:spcAft>
                <a:spcPts val="0"/>
              </a:spcAft>
              <a:buClr>
                <a:schemeClr val="dk1"/>
              </a:buClr>
              <a:buSzPts val="1500"/>
              <a:buFont typeface="Arial"/>
              <a:buChar char="•"/>
              <a:defRPr>
                <a:solidFill>
                  <a:schemeClr val="dk1"/>
                </a:solidFill>
              </a:defRPr>
            </a:lvl3pPr>
            <a:lvl4pPr indent="-317500" lvl="3" marL="1828800" algn="l">
              <a:lnSpc>
                <a:spcPct val="90000"/>
              </a:lnSpc>
              <a:spcBef>
                <a:spcPts val="400"/>
              </a:spcBef>
              <a:spcAft>
                <a:spcPts val="0"/>
              </a:spcAft>
              <a:buClr>
                <a:schemeClr val="dk1"/>
              </a:buClr>
              <a:buSzPts val="1400"/>
              <a:buFont typeface="Arial"/>
              <a:buChar char="•"/>
              <a:defRPr>
                <a:solidFill>
                  <a:schemeClr val="dk1"/>
                </a:solidFill>
              </a:defRPr>
            </a:lvl4pPr>
            <a:lvl5pPr indent="-317500" lvl="4" marL="2286000" algn="l">
              <a:lnSpc>
                <a:spcPct val="90000"/>
              </a:lnSpc>
              <a:spcBef>
                <a:spcPts val="400"/>
              </a:spcBef>
              <a:spcAft>
                <a:spcPts val="0"/>
              </a:spcAft>
              <a:buClr>
                <a:schemeClr val="dk1"/>
              </a:buClr>
              <a:buSzPts val="1400"/>
              <a:buFont typeface="Arial"/>
              <a:buChar char="•"/>
              <a:defRPr>
                <a:solidFill>
                  <a:schemeClr val="dk1"/>
                </a:solidFill>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52">
          <p15:clr>
            <a:srgbClr val="F26B43"/>
          </p15:clr>
        </p15:guide>
        <p15:guide id="2" pos="5544">
          <p15:clr>
            <a:srgbClr val="F26B43"/>
          </p15:clr>
        </p15:guide>
        <p15:guide id="3" orient="horz" pos="2916">
          <p15:clr>
            <a:srgbClr val="F26B43"/>
          </p15:clr>
        </p15:guide>
        <p15:guide id="4" orient="horz" pos="3132">
          <p15:clr>
            <a:srgbClr val="F26B43"/>
          </p15:clr>
        </p15:guide>
        <p15:guide id="5" orient="horz" pos="252">
          <p15:clr>
            <a:srgbClr val="F26B43"/>
          </p15:clr>
        </p15:guide>
        <p15:guide id="6" orient="horz" pos="702">
          <p15:clr>
            <a:srgbClr val="F26B43"/>
          </p15:clr>
        </p15:guide>
        <p15:guide id="7" orient="horz" pos="810">
          <p15:clr>
            <a:srgbClr val="F26B43"/>
          </p15:clr>
        </p15:guide>
        <p15:guide id="8" pos="27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hyperlink" Target="https://www.gradio.app/docs/gradio/introduction"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a:t>Function Calling LLMs</a:t>
            </a:r>
            <a:endParaRPr/>
          </a:p>
        </p:txBody>
      </p:sp>
      <p:sp>
        <p:nvSpPr>
          <p:cNvPr id="48" name="Google Shape;48;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g3bd3f674d90_0_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What we have covered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g3bd3f674d90_0_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Passages have to be first split into individual </a:t>
            </a:r>
            <a:r>
              <a:rPr b="1" lang="en"/>
              <a:t>tokens </a:t>
            </a:r>
            <a:r>
              <a:rPr lang="en"/>
              <a:t>using a </a:t>
            </a:r>
            <a:r>
              <a:rPr b="1" lang="en"/>
              <a:t>tokenizer</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We explored a way to represent words and tokens </a:t>
            </a:r>
            <a:r>
              <a:rPr lang="en"/>
              <a:t>using </a:t>
            </a:r>
            <a:r>
              <a:rPr b="1" lang="en"/>
              <a:t>vectors</a:t>
            </a:r>
            <a:r>
              <a:rPr lang="en"/>
              <a:t>  </a:t>
            </a:r>
            <a:r>
              <a:rPr lang="en"/>
              <a:t>such that </a:t>
            </a:r>
            <a:r>
              <a:rPr b="1" lang="en"/>
              <a:t>semantically similar</a:t>
            </a:r>
            <a:r>
              <a:rPr lang="en"/>
              <a:t> tokens are </a:t>
            </a:r>
            <a:r>
              <a:rPr b="1" lang="en"/>
              <a:t>nearby</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Language is not about individual words. Words </a:t>
            </a:r>
            <a:r>
              <a:rPr b="1" lang="en"/>
              <a:t>combine </a:t>
            </a:r>
            <a:r>
              <a:rPr lang="en"/>
              <a:t>to form meanings  (River bank, vs bank deposit) .Context matters.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Solution</a:t>
            </a:r>
            <a:r>
              <a:rPr lang="en"/>
              <a:t> : Let  each token in a sentence combine with others to </a:t>
            </a:r>
            <a:r>
              <a:rPr b="1" lang="en"/>
              <a:t>form a mixed output representation</a:t>
            </a:r>
            <a:r>
              <a:rPr lang="en"/>
              <a:t>. We </a:t>
            </a:r>
            <a:r>
              <a:rPr b="1" lang="en"/>
              <a:t>use a neural network +dot products</a:t>
            </a:r>
            <a:r>
              <a:rPr lang="en"/>
              <a:t> to learn the </a:t>
            </a:r>
            <a:r>
              <a:rPr lang="en"/>
              <a:t>weighted</a:t>
            </a:r>
            <a:r>
              <a:rPr lang="en"/>
              <a:t> proportion  of how they should combine  </a:t>
            </a:r>
            <a:endParaRPr/>
          </a:p>
        </p:txBody>
      </p:sp>
      <p:sp>
        <p:nvSpPr>
          <p:cNvPr id="59" name="Google Shape;59;g3bd3f674d90_0_5"/>
          <p:cNvSpPr txBox="1"/>
          <p:nvPr/>
        </p:nvSpPr>
        <p:spPr>
          <a:xfrm>
            <a:off x="311700" y="0"/>
            <a:ext cx="8520600" cy="517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 sz="2400">
                <a:solidFill>
                  <a:srgbClr val="00A3EB"/>
                </a:solidFill>
              </a:rPr>
              <a:t>How to Process Natural Language</a:t>
            </a:r>
            <a:endParaRPr b="1" sz="2400">
              <a:solidFill>
                <a:srgbClr val="00A3EB"/>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g3bd3f674d90_0_226"/>
          <p:cNvSpPr txBox="1"/>
          <p:nvPr>
            <p:ph type="title"/>
          </p:nvPr>
        </p:nvSpPr>
        <p:spPr>
          <a:xfrm>
            <a:off x="311700" y="445025"/>
            <a:ext cx="8520600" cy="57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sz="2400"/>
              <a:t>Learn3 output vectors  </a:t>
            </a:r>
            <a:r>
              <a:rPr b="1" lang="en" sz="2400">
                <a:solidFill>
                  <a:srgbClr val="0099CC"/>
                </a:solidFill>
              </a:rPr>
              <a:t>Q,K,V</a:t>
            </a:r>
            <a:r>
              <a:rPr b="1" lang="en" sz="2400"/>
              <a:t>  and do dot products </a:t>
            </a:r>
            <a:endParaRPr b="1" sz="2400">
              <a:solidFill>
                <a:srgbClr val="0099CC"/>
              </a:solidFill>
            </a:endParaRPr>
          </a:p>
        </p:txBody>
      </p:sp>
      <p:pic>
        <p:nvPicPr>
          <p:cNvPr id="65" name="Google Shape;65;g3bd3f674d90_0_226"/>
          <p:cNvPicPr preferRelativeResize="0"/>
          <p:nvPr/>
        </p:nvPicPr>
        <p:blipFill>
          <a:blip r:embed="rId3">
            <a:alphaModFix/>
          </a:blip>
          <a:stretch>
            <a:fillRect/>
          </a:stretch>
        </p:blipFill>
        <p:spPr>
          <a:xfrm>
            <a:off x="937738" y="1154825"/>
            <a:ext cx="7268537" cy="3820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g3bd3f674d90_0_27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2"/>
                </a:solidFill>
              </a:rPr>
              <a:t>The Transformer architecture</a:t>
            </a:r>
            <a:endParaRPr b="1" sz="2400">
              <a:solidFill>
                <a:schemeClr val="dk2"/>
              </a:solidFill>
            </a:endParaRPr>
          </a:p>
        </p:txBody>
      </p:sp>
      <p:pic>
        <p:nvPicPr>
          <p:cNvPr id="71" name="Google Shape;71;g3bd3f674d90_0_274"/>
          <p:cNvPicPr preferRelativeResize="0"/>
          <p:nvPr/>
        </p:nvPicPr>
        <p:blipFill rotWithShape="1">
          <a:blip r:embed="rId3">
            <a:alphaModFix/>
          </a:blip>
          <a:srcRect b="0" l="0" r="0" t="0"/>
          <a:stretch/>
        </p:blipFill>
        <p:spPr>
          <a:xfrm>
            <a:off x="1593400" y="1086150"/>
            <a:ext cx="5957197" cy="3820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3bd3f674d90_0_27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b="1" lang="en" sz="2400">
                <a:solidFill>
                  <a:schemeClr val="dk2"/>
                </a:solidFill>
              </a:rPr>
              <a:t>The Transformer architecture</a:t>
            </a:r>
            <a:endParaRPr b="1" sz="2400">
              <a:solidFill>
                <a:schemeClr val="dk2"/>
              </a:solidFill>
            </a:endParaRPr>
          </a:p>
        </p:txBody>
      </p:sp>
      <p:pic>
        <p:nvPicPr>
          <p:cNvPr id="77" name="Google Shape;77;g3bd3f674d90_0_279"/>
          <p:cNvPicPr preferRelativeResize="0"/>
          <p:nvPr/>
        </p:nvPicPr>
        <p:blipFill>
          <a:blip r:embed="rId3">
            <a:alphaModFix/>
          </a:blip>
          <a:stretch>
            <a:fillRect/>
          </a:stretch>
        </p:blipFill>
        <p:spPr>
          <a:xfrm>
            <a:off x="1637613" y="1017725"/>
            <a:ext cx="5868784" cy="382097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bd3f674d90_0_3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b="1" lang="en" sz="2400">
                <a:solidFill>
                  <a:schemeClr val="dk2"/>
                </a:solidFill>
              </a:rPr>
              <a:t>Text processing steps in a Large language Model</a:t>
            </a:r>
            <a:endParaRPr b="1" sz="2400">
              <a:solidFill>
                <a:schemeClr val="dk2"/>
              </a:solidFill>
            </a:endParaRPr>
          </a:p>
        </p:txBody>
      </p:sp>
      <p:pic>
        <p:nvPicPr>
          <p:cNvPr id="83" name="Google Shape;83;g3bd3f674d90_0_327"/>
          <p:cNvPicPr preferRelativeResize="0"/>
          <p:nvPr/>
        </p:nvPicPr>
        <p:blipFill rotWithShape="1">
          <a:blip r:embed="rId3">
            <a:alphaModFix/>
          </a:blip>
          <a:srcRect b="0" l="0" r="0" t="0"/>
          <a:stretch/>
        </p:blipFill>
        <p:spPr>
          <a:xfrm>
            <a:off x="1400663" y="1184525"/>
            <a:ext cx="6342666" cy="38209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bd3f674d90_0_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400">
                <a:solidFill>
                  <a:schemeClr val="dk2"/>
                </a:solidFill>
              </a:rPr>
              <a:t>OPEN AI and Ollama</a:t>
            </a:r>
            <a:endParaRPr b="1" sz="2400">
              <a:solidFill>
                <a:schemeClr val="dk2"/>
              </a:solidFill>
            </a:endParaRPr>
          </a:p>
        </p:txBody>
      </p:sp>
      <p:sp>
        <p:nvSpPr>
          <p:cNvPr id="89" name="Google Shape;89;g3bd3f674d90_0_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We learnt that the Transformer based models are exposed using REST APIs, like Open AI.</a:t>
            </a:r>
            <a:endParaRPr>
              <a:solidFill>
                <a:schemeClr val="dk1"/>
              </a:solidFill>
            </a:endParaRPr>
          </a:p>
          <a:p>
            <a:pPr indent="0" lvl="0" marL="0" rtl="0" algn="l">
              <a:spcBef>
                <a:spcPts val="0"/>
              </a:spcBef>
              <a:spcAft>
                <a:spcPts val="0"/>
              </a:spcAft>
              <a:buNone/>
            </a:pPr>
            <a:r>
              <a:rPr lang="en">
                <a:solidFill>
                  <a:schemeClr val="dk1"/>
                </a:solidFill>
              </a:rPr>
              <a:t>Ollama is a free on prem alternative which can use the same Open API format. </a:t>
            </a:r>
            <a:endParaRPr>
              <a:solidFill>
                <a:schemeClr val="dk1"/>
              </a:solidFill>
            </a:endParaRPr>
          </a:p>
          <a:p>
            <a:pPr indent="0" lvl="0" marL="0" rtl="0" algn="l">
              <a:spcBef>
                <a:spcPts val="0"/>
              </a:spcBef>
              <a:spcAft>
                <a:spcPts val="0"/>
              </a:spcAft>
              <a:buNone/>
            </a:pPr>
            <a:r>
              <a:rPr lang="en">
                <a:solidFill>
                  <a:schemeClr val="dk1"/>
                </a:solidFill>
              </a:rPr>
              <a:t>We learnt about a system prompt,  about user prompts and the chat completion API </a:t>
            </a:r>
            <a:endParaRPr>
              <a:solidFill>
                <a:schemeClr val="dk1"/>
              </a:solidFill>
            </a:endParaRPr>
          </a:p>
          <a:p>
            <a:pPr indent="0" lvl="0" marL="0" rtl="0" algn="l">
              <a:spcBef>
                <a:spcPts val="0"/>
              </a:spcBef>
              <a:spcAft>
                <a:spcPts val="0"/>
              </a:spcAft>
              <a:buNone/>
            </a:pPr>
            <a:r>
              <a:rPr lang="en">
                <a:solidFill>
                  <a:schemeClr val="dk1"/>
                </a:solidFill>
              </a:rPr>
              <a:t>We need to chain multiple prompts to get something done , so frameworks like Langchain can make this easy with an  expression language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But LLMs can only answer based on what they were trained on. We have to empower them with Tools to do additional tasks </a:t>
            </a:r>
            <a:endParaRPr>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3bd3f674d90_0_172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Tool Use /Function calling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b="1" lang="en" sz="2400">
                <a:solidFill>
                  <a:schemeClr val="dk2"/>
                </a:solidFill>
              </a:rPr>
              <a:t>Tool Use/Function calling</a:t>
            </a:r>
            <a:endParaRPr b="1" sz="2400">
              <a:solidFill>
                <a:schemeClr val="dk2"/>
              </a:solidFill>
            </a:endParaRPr>
          </a:p>
        </p:txBody>
      </p:sp>
      <p:sp>
        <p:nvSpPr>
          <p:cNvPr id="100" name="Google Shape;100;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1400">
                <a:solidFill>
                  <a:schemeClr val="dk1"/>
                </a:solidFill>
              </a:rPr>
              <a:t>Tool use allows LLMs to go beyond text generation by invoking external functions, APIs, or services.</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Instead of answering only from their internal knowledge, models can decide: </a:t>
            </a:r>
            <a:r>
              <a:rPr i="1" lang="en" sz="1400">
                <a:solidFill>
                  <a:schemeClr val="dk1"/>
                </a:solidFill>
              </a:rPr>
              <a:t>“I need to call a tool to get this information or perform this action.”</a:t>
            </a:r>
            <a:endParaRPr i="1"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Common tools: search APIs, vector databases, calculators, custom business logic.</a:t>
            </a:r>
            <a:endParaRPr sz="1400">
              <a:solidFill>
                <a:schemeClr val="dk1"/>
              </a:solidFill>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 sz="2400">
                <a:solidFill>
                  <a:schemeClr val="dk2"/>
                </a:solidFill>
              </a:rPr>
              <a:t>How Tool use works</a:t>
            </a:r>
            <a:endParaRPr sz="2400">
              <a:solidFill>
                <a:schemeClr val="dk2"/>
              </a:solidFill>
            </a:endParaRPr>
          </a:p>
        </p:txBody>
      </p:sp>
      <p:sp>
        <p:nvSpPr>
          <p:cNvPr id="106" name="Google Shape;106;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1200"/>
              </a:spcBef>
              <a:spcAft>
                <a:spcPts val="0"/>
              </a:spcAft>
              <a:buClr>
                <a:schemeClr val="dk1"/>
              </a:buClr>
              <a:buSzPts val="1400"/>
              <a:buAutoNum type="arabicPeriod"/>
            </a:pPr>
            <a:r>
              <a:rPr b="1" lang="en" sz="1400">
                <a:solidFill>
                  <a:schemeClr val="dk1"/>
                </a:solidFill>
              </a:rPr>
              <a:t>Tool definition:</a:t>
            </a:r>
            <a:r>
              <a:rPr lang="en" sz="1400">
                <a:solidFill>
                  <a:schemeClr val="dk1"/>
                </a:solidFill>
              </a:rPr>
              <a:t> Developers register tools with names, descriptions, and parameter schemas.</a:t>
            </a:r>
            <a:endParaRPr sz="1400">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b="1" lang="en" sz="1400">
                <a:solidFill>
                  <a:schemeClr val="dk1"/>
                </a:solidFill>
              </a:rPr>
              <a:t>Model reasoning:</a:t>
            </a:r>
            <a:r>
              <a:rPr lang="en" sz="1400">
                <a:solidFill>
                  <a:schemeClr val="dk1"/>
                </a:solidFill>
              </a:rPr>
              <a:t> The LLM interprets the user’s request and decides if a tool is relevant.</a:t>
            </a:r>
            <a:endParaRPr sz="1400">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b="1" lang="en" sz="1400">
                <a:solidFill>
                  <a:schemeClr val="dk1"/>
                </a:solidFill>
              </a:rPr>
              <a:t>Tool call:</a:t>
            </a:r>
            <a:r>
              <a:rPr lang="en" sz="1400">
                <a:solidFill>
                  <a:schemeClr val="dk1"/>
                </a:solidFill>
              </a:rPr>
              <a:t> The model outputs a structured request (often JSON) instead of plain text.</a:t>
            </a:r>
            <a:endParaRPr sz="1400">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b="1" lang="en" sz="1400">
                <a:solidFill>
                  <a:schemeClr val="dk1"/>
                </a:solidFill>
              </a:rPr>
              <a:t>Execution:</a:t>
            </a:r>
            <a:r>
              <a:rPr lang="en" sz="1400">
                <a:solidFill>
                  <a:schemeClr val="dk1"/>
                </a:solidFill>
              </a:rPr>
              <a:t> The external tool runs and returns results.</a:t>
            </a:r>
            <a:endParaRPr sz="1400">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b="1" lang="en" sz="1400">
                <a:solidFill>
                  <a:schemeClr val="dk1"/>
                </a:solidFill>
              </a:rPr>
              <a:t>Integration:</a:t>
            </a:r>
            <a:r>
              <a:rPr lang="en" sz="1400">
                <a:solidFill>
                  <a:schemeClr val="dk1"/>
                </a:solidFill>
              </a:rPr>
              <a:t> The LLM incorporates the tool’s output into its final response.</a:t>
            </a:r>
            <a:endParaRPr sz="1400">
              <a:solidFill>
                <a:schemeClr val="dk1"/>
              </a:solidFill>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b="1" lang="en" sz="2400">
                <a:solidFill>
                  <a:schemeClr val="dk2"/>
                </a:solidFill>
              </a:rPr>
              <a:t>Example: Open AI tool calling</a:t>
            </a:r>
            <a:endParaRPr b="1" sz="2400">
              <a:solidFill>
                <a:schemeClr val="dk2"/>
              </a:solidFill>
            </a:endParaRPr>
          </a:p>
        </p:txBody>
      </p:sp>
      <p:sp>
        <p:nvSpPr>
          <p:cNvPr id="112" name="Google Shape;112;p4"/>
          <p:cNvSpPr txBox="1"/>
          <p:nvPr>
            <p:ph idx="1" type="body"/>
          </p:nvPr>
        </p:nvSpPr>
        <p:spPr>
          <a:xfrm>
            <a:off x="311700" y="1152475"/>
            <a:ext cx="8520600" cy="1305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1400">
                <a:solidFill>
                  <a:schemeClr val="dk1"/>
                </a:solidFill>
              </a:rPr>
              <a:t>OpenAI lets you define tools in the </a:t>
            </a:r>
            <a:r>
              <a:rPr lang="en" sz="1400">
                <a:solidFill>
                  <a:srgbClr val="188038"/>
                </a:solidFill>
              </a:rPr>
              <a:t>tools</a:t>
            </a:r>
            <a:r>
              <a:rPr lang="en" sz="1400">
                <a:solidFill>
                  <a:schemeClr val="dk1"/>
                </a:solidFill>
              </a:rPr>
              <a:t> parameter.</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The model decides when to call them (</a:t>
            </a:r>
            <a:r>
              <a:rPr lang="en" sz="1400">
                <a:solidFill>
                  <a:srgbClr val="188038"/>
                </a:solidFill>
              </a:rPr>
              <a:t>tool_choice="auto"</a:t>
            </a:r>
            <a:r>
              <a:rPr lang="en" sz="1400">
                <a:solidFill>
                  <a:schemeClr val="dk1"/>
                </a:solidFill>
              </a:rPr>
              <a:t>).</a:t>
            </a:r>
            <a:endParaRPr sz="1400">
              <a:solidFill>
                <a:schemeClr val="dk1"/>
              </a:solidFill>
            </a:endParaRPr>
          </a:p>
          <a:p>
            <a:pPr indent="0" lvl="0" marL="0" rtl="0" algn="l">
              <a:lnSpc>
                <a:spcPct val="115000"/>
              </a:lnSpc>
              <a:spcBef>
                <a:spcPts val="1200"/>
              </a:spcBef>
              <a:spcAft>
                <a:spcPts val="1200"/>
              </a:spcAft>
              <a:buSzPts val="1800"/>
              <a:buNone/>
            </a:pPr>
            <a:r>
              <a:rPr lang="en" sz="1400">
                <a:solidFill>
                  <a:schemeClr val="dk1"/>
                </a:solidFill>
              </a:rPr>
              <a:t>Example: a </a:t>
            </a:r>
            <a:r>
              <a:rPr lang="en" sz="1400">
                <a:solidFill>
                  <a:srgbClr val="188038"/>
                </a:solidFill>
              </a:rPr>
              <a:t>get_weather</a:t>
            </a:r>
            <a:r>
              <a:rPr lang="en" sz="1400">
                <a:solidFill>
                  <a:schemeClr val="dk1"/>
                </a:solidFill>
              </a:rPr>
              <a:t> function is invoked when the user asks “What’s the weather in Paris?”</a:t>
            </a:r>
            <a:endParaRPr sz="1400"/>
          </a:p>
        </p:txBody>
      </p:sp>
      <p:sp>
        <p:nvSpPr>
          <p:cNvPr id="113" name="Google Shape;113;p4"/>
          <p:cNvSpPr txBox="1"/>
          <p:nvPr/>
        </p:nvSpPr>
        <p:spPr>
          <a:xfrm>
            <a:off x="311700" y="2896825"/>
            <a:ext cx="7530300" cy="169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response = client.chat.completions.create(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model="gpt-4o-mini",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messages=[{"role": "user", "content": "What's the weather in Paris?"}],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tools=[...],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    tool_choice="auto"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b="1" lang="en" sz="2400">
                <a:solidFill>
                  <a:schemeClr val="dk2"/>
                </a:solidFill>
              </a:rPr>
              <a:t>Open AI response</a:t>
            </a:r>
            <a:endParaRPr b="1" sz="2400">
              <a:solidFill>
                <a:schemeClr val="dk2"/>
              </a:solidFill>
            </a:endParaRPr>
          </a:p>
        </p:txBody>
      </p:sp>
      <p:sp>
        <p:nvSpPr>
          <p:cNvPr id="119" name="Google Shape;119;p5"/>
          <p:cNvSpPr txBox="1"/>
          <p:nvPr/>
        </p:nvSpPr>
        <p:spPr>
          <a:xfrm>
            <a:off x="311700" y="1123225"/>
            <a:ext cx="3484800" cy="3879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Arial"/>
                <a:ea typeface="Arial"/>
                <a:cs typeface="Arial"/>
                <a:sym typeface="Arial"/>
              </a:rPr>
              <a:t>  "role": "assistant",</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Arial"/>
                <a:ea typeface="Arial"/>
                <a:cs typeface="Arial"/>
                <a:sym typeface="Arial"/>
              </a:rPr>
              <a:t>  "content": null,</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Arial"/>
                <a:ea typeface="Arial"/>
                <a:cs typeface="Arial"/>
                <a:sym typeface="Arial"/>
              </a:rPr>
              <a:t>  "tool_calls":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Arial"/>
                <a:ea typeface="Arial"/>
                <a:cs typeface="Arial"/>
                <a:sym typeface="Arial"/>
              </a:rPr>
              <a:t>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Arial"/>
                <a:ea typeface="Arial"/>
                <a:cs typeface="Arial"/>
                <a:sym typeface="Arial"/>
              </a:rPr>
              <a:t>      "id": "call_abc123",</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Arial"/>
                <a:ea typeface="Arial"/>
                <a:cs typeface="Arial"/>
                <a:sym typeface="Arial"/>
              </a:rPr>
              <a:t>      "type": "function",</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Arial"/>
                <a:ea typeface="Arial"/>
                <a:cs typeface="Arial"/>
                <a:sym typeface="Arial"/>
              </a:rPr>
              <a:t>      "function":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Arial"/>
                <a:ea typeface="Arial"/>
                <a:cs typeface="Arial"/>
                <a:sym typeface="Arial"/>
              </a:rPr>
              <a:t>        "name": "get_weather",</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Arial"/>
                <a:ea typeface="Arial"/>
                <a:cs typeface="Arial"/>
                <a:sym typeface="Arial"/>
              </a:rPr>
              <a:t>        "arguments":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Arial"/>
                <a:ea typeface="Arial"/>
                <a:cs typeface="Arial"/>
                <a:sym typeface="Arial"/>
              </a:rPr>
              <a:t>          "location": "Paris"</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Arial"/>
                <a:ea typeface="Arial"/>
                <a:cs typeface="Arial"/>
                <a:sym typeface="Arial"/>
              </a:rPr>
              <a:t>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Arial"/>
                <a:ea typeface="Arial"/>
                <a:cs typeface="Arial"/>
                <a:sym typeface="Arial"/>
              </a:rPr>
              <a:t>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Arial"/>
                <a:ea typeface="Arial"/>
                <a:cs typeface="Arial"/>
                <a:sym typeface="Arial"/>
              </a:rPr>
              <a:t>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Arial"/>
                <a:ea typeface="Arial"/>
                <a:cs typeface="Arial"/>
                <a:sym typeface="Arial"/>
              </a:rPr>
              <a:t>  ]</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Arial"/>
                <a:ea typeface="Arial"/>
                <a:cs typeface="Arial"/>
                <a:sym typeface="Arial"/>
              </a:rPr>
              <a:t>}</a:t>
            </a:r>
            <a:endParaRPr b="0" i="0" sz="1500" u="none" cap="none" strike="noStrike">
              <a:solidFill>
                <a:srgbClr val="000000"/>
              </a:solidFill>
              <a:latin typeface="Arial"/>
              <a:ea typeface="Arial"/>
              <a:cs typeface="Arial"/>
              <a:sym typeface="Arial"/>
            </a:endParaRPr>
          </a:p>
        </p:txBody>
      </p:sp>
      <p:sp>
        <p:nvSpPr>
          <p:cNvPr id="120" name="Google Shape;120;p5"/>
          <p:cNvSpPr txBox="1"/>
          <p:nvPr>
            <p:ph idx="1" type="body"/>
          </p:nvPr>
        </p:nvSpPr>
        <p:spPr>
          <a:xfrm>
            <a:off x="4605700" y="1123225"/>
            <a:ext cx="3836100" cy="3843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sz="1400">
                <a:solidFill>
                  <a:srgbClr val="188038"/>
                </a:solidFill>
              </a:rPr>
              <a:t>role: "assistant"</a:t>
            </a:r>
            <a:r>
              <a:rPr lang="en" sz="1400">
                <a:solidFill>
                  <a:schemeClr val="dk1"/>
                </a:solidFill>
              </a:rPr>
              <a:t> → the model is responding.</a:t>
            </a:r>
            <a:endParaRPr sz="1400">
              <a:solidFill>
                <a:schemeClr val="dk1"/>
              </a:solidFill>
            </a:endParaRPr>
          </a:p>
          <a:p>
            <a:pPr indent="0" lvl="0" marL="0" rtl="0" algn="l">
              <a:lnSpc>
                <a:spcPct val="115000"/>
              </a:lnSpc>
              <a:spcBef>
                <a:spcPts val="1200"/>
              </a:spcBef>
              <a:spcAft>
                <a:spcPts val="0"/>
              </a:spcAft>
              <a:buSzPts val="1800"/>
              <a:buNone/>
            </a:pPr>
            <a:r>
              <a:rPr lang="en" sz="1400">
                <a:solidFill>
                  <a:srgbClr val="188038"/>
                </a:solidFill>
              </a:rPr>
              <a:t>content: null</a:t>
            </a:r>
            <a:r>
              <a:rPr lang="en" sz="1400">
                <a:solidFill>
                  <a:schemeClr val="dk1"/>
                </a:solidFill>
              </a:rPr>
              <a:t> → no natural language output yet, because it’s calling a tool.</a:t>
            </a:r>
            <a:endParaRPr sz="1400">
              <a:solidFill>
                <a:schemeClr val="dk1"/>
              </a:solidFill>
            </a:endParaRPr>
          </a:p>
          <a:p>
            <a:pPr indent="0" lvl="0" marL="0" rtl="0" algn="l">
              <a:lnSpc>
                <a:spcPct val="115000"/>
              </a:lnSpc>
              <a:spcBef>
                <a:spcPts val="1200"/>
              </a:spcBef>
              <a:spcAft>
                <a:spcPts val="0"/>
              </a:spcAft>
              <a:buSzPts val="1800"/>
              <a:buNone/>
            </a:pPr>
            <a:r>
              <a:rPr lang="en" sz="1400">
                <a:solidFill>
                  <a:srgbClr val="188038"/>
                </a:solidFill>
              </a:rPr>
              <a:t>tool_calls</a:t>
            </a:r>
            <a:r>
              <a:rPr lang="en" sz="1400">
                <a:solidFill>
                  <a:schemeClr val="dk1"/>
                </a:solidFill>
              </a:rPr>
              <a:t> → structured JSON telling you which tool to invoke.</a:t>
            </a:r>
            <a:endParaRPr sz="1400">
              <a:solidFill>
                <a:schemeClr val="dk1"/>
              </a:solidFill>
            </a:endParaRPr>
          </a:p>
          <a:p>
            <a:pPr indent="0" lvl="0" marL="0" rtl="0" algn="l">
              <a:lnSpc>
                <a:spcPct val="115000"/>
              </a:lnSpc>
              <a:spcBef>
                <a:spcPts val="1200"/>
              </a:spcBef>
              <a:spcAft>
                <a:spcPts val="0"/>
              </a:spcAft>
              <a:buSzPts val="1800"/>
              <a:buNone/>
            </a:pPr>
            <a:r>
              <a:rPr lang="en" sz="1400">
                <a:solidFill>
                  <a:srgbClr val="188038"/>
                </a:solidFill>
              </a:rPr>
              <a:t>function.name</a:t>
            </a:r>
            <a:r>
              <a:rPr lang="en" sz="1400">
                <a:solidFill>
                  <a:schemeClr val="dk1"/>
                </a:solidFill>
              </a:rPr>
              <a:t> → the tool name (</a:t>
            </a:r>
            <a:r>
              <a:rPr lang="en" sz="1400">
                <a:solidFill>
                  <a:srgbClr val="188038"/>
                </a:solidFill>
              </a:rPr>
              <a:t>get_weather</a:t>
            </a:r>
            <a:r>
              <a:rPr lang="en" sz="1400">
                <a:solidFill>
                  <a:schemeClr val="dk1"/>
                </a:solidFill>
              </a:rPr>
              <a:t>).</a:t>
            </a:r>
            <a:endParaRPr sz="1400">
              <a:solidFill>
                <a:schemeClr val="dk1"/>
              </a:solidFill>
            </a:endParaRPr>
          </a:p>
          <a:p>
            <a:pPr indent="0" lvl="0" marL="0" rtl="0" algn="l">
              <a:lnSpc>
                <a:spcPct val="115000"/>
              </a:lnSpc>
              <a:spcBef>
                <a:spcPts val="1200"/>
              </a:spcBef>
              <a:spcAft>
                <a:spcPts val="0"/>
              </a:spcAft>
              <a:buSzPts val="1800"/>
              <a:buNone/>
            </a:pPr>
            <a:r>
              <a:rPr lang="en" sz="1400">
                <a:solidFill>
                  <a:srgbClr val="188038"/>
                </a:solidFill>
              </a:rPr>
              <a:t>arguments</a:t>
            </a:r>
            <a:r>
              <a:rPr lang="en" sz="1400">
                <a:solidFill>
                  <a:schemeClr val="dk1"/>
                </a:solidFill>
              </a:rPr>
              <a:t> → the parameters extracted from the user’s request (</a:t>
            </a:r>
            <a:r>
              <a:rPr lang="en" sz="1400">
                <a:solidFill>
                  <a:srgbClr val="188038"/>
                </a:solidFill>
              </a:rPr>
              <a:t>"Paris"</a:t>
            </a:r>
            <a:r>
              <a:rPr lang="en" sz="1400">
                <a:solidFill>
                  <a:schemeClr val="dk1"/>
                </a:solidFill>
              </a:rPr>
              <a:t>).</a:t>
            </a:r>
            <a:endParaRPr sz="1400">
              <a:solidFill>
                <a:schemeClr val="dk1"/>
              </a:solidFill>
            </a:endParaRPr>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b="1" lang="en" sz="2400">
                <a:solidFill>
                  <a:schemeClr val="dk2"/>
                </a:solidFill>
              </a:rPr>
              <a:t>Call tool and send response to model</a:t>
            </a:r>
            <a:endParaRPr b="1" sz="2400">
              <a:solidFill>
                <a:schemeClr val="dk2"/>
              </a:solidFill>
            </a:endParaRPr>
          </a:p>
        </p:txBody>
      </p:sp>
      <p:sp>
        <p:nvSpPr>
          <p:cNvPr id="126" name="Google Shape;126;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62500" lnSpcReduction="20000"/>
          </a:bodyPr>
          <a:lstStyle/>
          <a:p>
            <a:pPr indent="0" lvl="0" marL="0" rtl="0" algn="l">
              <a:lnSpc>
                <a:spcPct val="115000"/>
              </a:lnSpc>
              <a:spcBef>
                <a:spcPts val="0"/>
              </a:spcBef>
              <a:spcAft>
                <a:spcPts val="0"/>
              </a:spcAft>
              <a:buClr>
                <a:schemeClr val="dk1"/>
              </a:buClr>
              <a:buSzPct val="55000"/>
              <a:buFont typeface="Arial"/>
              <a:buNone/>
            </a:pPr>
            <a:r>
              <a:rPr lang="en" sz="2000"/>
              <a:t>response = client.chat.completions.create(</a:t>
            </a:r>
            <a:endParaRPr sz="2000"/>
          </a:p>
          <a:p>
            <a:pPr indent="0" lvl="0" marL="0" rtl="0" algn="l">
              <a:lnSpc>
                <a:spcPct val="115000"/>
              </a:lnSpc>
              <a:spcBef>
                <a:spcPts val="1200"/>
              </a:spcBef>
              <a:spcAft>
                <a:spcPts val="0"/>
              </a:spcAft>
              <a:buClr>
                <a:schemeClr val="dk1"/>
              </a:buClr>
              <a:buSzPct val="55000"/>
              <a:buFont typeface="Arial"/>
              <a:buNone/>
            </a:pPr>
            <a:r>
              <a:rPr lang="en" sz="2000"/>
              <a:t>    model="gpt-4o-mini",</a:t>
            </a:r>
            <a:endParaRPr sz="2000"/>
          </a:p>
          <a:p>
            <a:pPr indent="0" lvl="0" marL="0" rtl="0" algn="l">
              <a:lnSpc>
                <a:spcPct val="115000"/>
              </a:lnSpc>
              <a:spcBef>
                <a:spcPts val="1200"/>
              </a:spcBef>
              <a:spcAft>
                <a:spcPts val="0"/>
              </a:spcAft>
              <a:buClr>
                <a:schemeClr val="dk1"/>
              </a:buClr>
              <a:buSzPct val="55000"/>
              <a:buFont typeface="Arial"/>
              <a:buNone/>
            </a:pPr>
            <a:r>
              <a:rPr lang="en" sz="2000"/>
              <a:t>    messages=[</a:t>
            </a:r>
            <a:endParaRPr sz="2000"/>
          </a:p>
          <a:p>
            <a:pPr indent="0" lvl="0" marL="0" rtl="0" algn="l">
              <a:lnSpc>
                <a:spcPct val="115000"/>
              </a:lnSpc>
              <a:spcBef>
                <a:spcPts val="1200"/>
              </a:spcBef>
              <a:spcAft>
                <a:spcPts val="0"/>
              </a:spcAft>
              <a:buClr>
                <a:schemeClr val="dk1"/>
              </a:buClr>
              <a:buSzPct val="55000"/>
              <a:buFont typeface="Arial"/>
              <a:buNone/>
            </a:pPr>
            <a:r>
              <a:rPr lang="en" sz="2000"/>
              <a:t>        {"role": "user", "content": "What's the weather in Paris?"},</a:t>
            </a:r>
            <a:endParaRPr sz="2000"/>
          </a:p>
          <a:p>
            <a:pPr indent="0" lvl="0" marL="0" rtl="0" algn="l">
              <a:lnSpc>
                <a:spcPct val="115000"/>
              </a:lnSpc>
              <a:spcBef>
                <a:spcPts val="1200"/>
              </a:spcBef>
              <a:spcAft>
                <a:spcPts val="0"/>
              </a:spcAft>
              <a:buClr>
                <a:schemeClr val="dk1"/>
              </a:buClr>
              <a:buSzPct val="55000"/>
              <a:buFont typeface="Arial"/>
              <a:buNone/>
            </a:pPr>
            <a:r>
              <a:rPr lang="en" sz="2000"/>
              <a:t>        {"role": "assistant", "tool_calls": [...]},  # model’s tool call</a:t>
            </a:r>
            <a:endParaRPr sz="2000"/>
          </a:p>
          <a:p>
            <a:pPr indent="0" lvl="0" marL="0" rtl="0" algn="l">
              <a:lnSpc>
                <a:spcPct val="115000"/>
              </a:lnSpc>
              <a:spcBef>
                <a:spcPts val="1200"/>
              </a:spcBef>
              <a:spcAft>
                <a:spcPts val="0"/>
              </a:spcAft>
              <a:buClr>
                <a:schemeClr val="dk1"/>
              </a:buClr>
              <a:buSzPct val="55000"/>
              <a:buFont typeface="Arial"/>
              <a:buNone/>
            </a:pPr>
            <a:r>
              <a:rPr lang="en" sz="2000"/>
              <a:t>        {"role": "tool", "tool_call_id": "call_abc123", "content": result}</a:t>
            </a:r>
            <a:endParaRPr sz="2000"/>
          </a:p>
          <a:p>
            <a:pPr indent="0" lvl="0" marL="0" rtl="0" algn="l">
              <a:lnSpc>
                <a:spcPct val="115000"/>
              </a:lnSpc>
              <a:spcBef>
                <a:spcPts val="1200"/>
              </a:spcBef>
              <a:spcAft>
                <a:spcPts val="0"/>
              </a:spcAft>
              <a:buClr>
                <a:schemeClr val="dk1"/>
              </a:buClr>
              <a:buSzPct val="55000"/>
              <a:buFont typeface="Arial"/>
              <a:buNone/>
            </a:pPr>
            <a:r>
              <a:rPr lang="en" sz="2000"/>
              <a:t>    ]</a:t>
            </a:r>
            <a:endParaRPr sz="2000"/>
          </a:p>
          <a:p>
            <a:pPr indent="0" lvl="0" marL="0" rtl="0" algn="l">
              <a:lnSpc>
                <a:spcPct val="115000"/>
              </a:lnSpc>
              <a:spcBef>
                <a:spcPts val="1200"/>
              </a:spcBef>
              <a:spcAft>
                <a:spcPts val="0"/>
              </a:spcAft>
              <a:buClr>
                <a:schemeClr val="dk1"/>
              </a:buClr>
              <a:buSzPct val="55000"/>
              <a:buFont typeface="Arial"/>
              <a:buNone/>
            </a:pPr>
            <a:r>
              <a:rPr lang="en" sz="2000"/>
              <a:t>)</a:t>
            </a:r>
            <a:endParaRPr sz="2000"/>
          </a:p>
          <a:p>
            <a:pPr indent="0" lvl="0" marL="0" rtl="0" algn="l">
              <a:lnSpc>
                <a:spcPct val="115000"/>
              </a:lnSpc>
              <a:spcBef>
                <a:spcPts val="1200"/>
              </a:spcBef>
              <a:spcAft>
                <a:spcPts val="0"/>
              </a:spcAft>
              <a:buClr>
                <a:schemeClr val="dk1"/>
              </a:buClr>
              <a:buSzPct val="78571"/>
              <a:buFont typeface="Arial"/>
              <a:buNone/>
            </a:pPr>
            <a:r>
              <a:t/>
            </a:r>
            <a:endParaRPr/>
          </a:p>
          <a:p>
            <a:pPr indent="0" lvl="0" marL="0" rtl="0" algn="l">
              <a:lnSpc>
                <a:spcPct val="115000"/>
              </a:lnSpc>
              <a:spcBef>
                <a:spcPts val="1200"/>
              </a:spcBef>
              <a:spcAft>
                <a:spcPts val="1200"/>
              </a:spcAft>
              <a:buSzPct val="205714"/>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bd3f674d90_0_166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400">
                <a:solidFill>
                  <a:schemeClr val="dk2"/>
                </a:solidFill>
              </a:rPr>
              <a:t>Gradio</a:t>
            </a:r>
            <a:endParaRPr b="1" sz="2400">
              <a:solidFill>
                <a:schemeClr val="dk2"/>
              </a:solidFill>
            </a:endParaRPr>
          </a:p>
        </p:txBody>
      </p:sp>
      <p:sp>
        <p:nvSpPr>
          <p:cNvPr id="132" name="Google Shape;132;g3bd3f674d90_0_166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2400"/>
              </a:spcBef>
              <a:spcAft>
                <a:spcPts val="0"/>
              </a:spcAft>
              <a:buNone/>
            </a:pPr>
            <a:r>
              <a:rPr lang="en">
                <a:solidFill>
                  <a:srgbClr val="374151"/>
                </a:solidFill>
                <a:highlight>
                  <a:srgbClr val="FFFFFF"/>
                </a:highlight>
              </a:rPr>
              <a:t>An open-source Python package that allows you to quickly </a:t>
            </a:r>
            <a:r>
              <a:rPr lang="en">
                <a:solidFill>
                  <a:srgbClr val="111827"/>
                </a:solidFill>
                <a:highlight>
                  <a:srgbClr val="FFFFFF"/>
                </a:highlight>
              </a:rPr>
              <a:t>build</a:t>
            </a:r>
            <a:r>
              <a:rPr lang="en">
                <a:solidFill>
                  <a:srgbClr val="374151"/>
                </a:solidFill>
                <a:highlight>
                  <a:srgbClr val="FFFFFF"/>
                </a:highlight>
              </a:rPr>
              <a:t> a demo or web application for your AI models.</a:t>
            </a:r>
            <a:endParaRPr>
              <a:solidFill>
                <a:srgbClr val="374151"/>
              </a:solidFill>
              <a:highlight>
                <a:srgbClr val="FFFFFF"/>
              </a:highlight>
            </a:endParaRPr>
          </a:p>
          <a:p>
            <a:pPr indent="0" lvl="0" marL="0" rtl="0" algn="l">
              <a:spcBef>
                <a:spcPts val="2400"/>
              </a:spcBef>
              <a:spcAft>
                <a:spcPts val="0"/>
              </a:spcAft>
              <a:buNone/>
            </a:pPr>
            <a:r>
              <a:rPr lang="en">
                <a:solidFill>
                  <a:srgbClr val="374151"/>
                </a:solidFill>
                <a:highlight>
                  <a:srgbClr val="FFFFFF"/>
                </a:highlight>
              </a:rPr>
              <a:t>Gradio includes more than </a:t>
            </a:r>
            <a:r>
              <a:rPr lang="en" u="sng">
                <a:solidFill>
                  <a:srgbClr val="111827"/>
                </a:solidFill>
                <a:highlight>
                  <a:srgbClr val="FFFFFF"/>
                </a:highlight>
                <a:hlinkClick r:id="rId3">
                  <a:extLst>
                    <a:ext uri="{A12FA001-AC4F-418D-AE19-62706E023703}">
                      <ahyp:hlinkClr val="tx"/>
                    </a:ext>
                  </a:extLst>
                </a:hlinkClick>
              </a:rPr>
              <a:t>30 built-in components</a:t>
            </a:r>
            <a:r>
              <a:rPr lang="en">
                <a:solidFill>
                  <a:srgbClr val="374151"/>
                </a:solidFill>
                <a:highlight>
                  <a:srgbClr val="FFFFFF"/>
                </a:highlight>
              </a:rPr>
              <a:t> (such as the </a:t>
            </a:r>
            <a:r>
              <a:rPr lang="en">
                <a:solidFill>
                  <a:srgbClr val="A45000"/>
                </a:solidFill>
                <a:highlight>
                  <a:srgbClr val="FFE5CC"/>
                </a:highlight>
              </a:rPr>
              <a:t>gr.Textbox()</a:t>
            </a:r>
            <a:r>
              <a:rPr lang="en">
                <a:solidFill>
                  <a:srgbClr val="374151"/>
                </a:solidFill>
                <a:highlight>
                  <a:srgbClr val="FFFFFF"/>
                </a:highlight>
              </a:rPr>
              <a:t>, </a:t>
            </a:r>
            <a:r>
              <a:rPr lang="en">
                <a:solidFill>
                  <a:srgbClr val="A45000"/>
                </a:solidFill>
                <a:highlight>
                  <a:srgbClr val="FFE5CC"/>
                </a:highlight>
              </a:rPr>
              <a:t>gr.Image()</a:t>
            </a:r>
            <a:r>
              <a:rPr lang="en">
                <a:solidFill>
                  <a:srgbClr val="374151"/>
                </a:solidFill>
                <a:highlight>
                  <a:srgbClr val="FFFFFF"/>
                </a:highlight>
              </a:rPr>
              <a:t>, and </a:t>
            </a:r>
            <a:r>
              <a:rPr lang="en">
                <a:solidFill>
                  <a:srgbClr val="A45000"/>
                </a:solidFill>
                <a:highlight>
                  <a:srgbClr val="FFE5CC"/>
                </a:highlight>
              </a:rPr>
              <a:t>gr.HTML()</a:t>
            </a:r>
            <a:r>
              <a:rPr lang="en">
                <a:solidFill>
                  <a:srgbClr val="374151"/>
                </a:solidFill>
                <a:highlight>
                  <a:srgbClr val="FFFFFF"/>
                </a:highlight>
              </a:rPr>
              <a:t> components)</a:t>
            </a:r>
            <a:endParaRPr>
              <a:solidFill>
                <a:srgbClr val="374151"/>
              </a:solidFill>
              <a:highlight>
                <a:srgbClr val="FFFFFF"/>
              </a:highlight>
            </a:endParaRPr>
          </a:p>
          <a:p>
            <a:pPr indent="0" lvl="0" marL="0" rtl="0" algn="l">
              <a:spcBef>
                <a:spcPts val="2400"/>
              </a:spcBef>
              <a:spcAft>
                <a:spcPts val="0"/>
              </a:spcAft>
              <a:buNone/>
            </a:pPr>
            <a:r>
              <a:t/>
            </a:r>
            <a:endParaRPr b="1"/>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bd3f674d90_0_167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400">
                <a:solidFill>
                  <a:schemeClr val="dk2"/>
                </a:solidFill>
              </a:rPr>
              <a:t>Gradio Interface class</a:t>
            </a:r>
            <a:endParaRPr b="1" sz="2400">
              <a:solidFill>
                <a:schemeClr val="dk2"/>
              </a:solidFill>
            </a:endParaRPr>
          </a:p>
        </p:txBody>
      </p:sp>
      <p:sp>
        <p:nvSpPr>
          <p:cNvPr id="138" name="Google Shape;138;g3bd3f674d90_0_167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700"/>
              </a:spcBef>
              <a:spcAft>
                <a:spcPts val="0"/>
              </a:spcAft>
              <a:buNone/>
            </a:pPr>
            <a:r>
              <a:rPr lang="en">
                <a:solidFill>
                  <a:srgbClr val="374151"/>
                </a:solidFill>
                <a:highlight>
                  <a:srgbClr val="FFFFFF"/>
                </a:highlight>
              </a:rPr>
              <a:t>The </a:t>
            </a:r>
            <a:r>
              <a:rPr lang="en">
                <a:solidFill>
                  <a:srgbClr val="A45000"/>
                </a:solidFill>
                <a:highlight>
                  <a:srgbClr val="FFE5CC"/>
                </a:highlight>
              </a:rPr>
              <a:t>Interface</a:t>
            </a:r>
            <a:r>
              <a:rPr lang="en">
                <a:solidFill>
                  <a:srgbClr val="374151"/>
                </a:solidFill>
                <a:highlight>
                  <a:srgbClr val="FFFFFF"/>
                </a:highlight>
              </a:rPr>
              <a:t> class has three core arguments:</a:t>
            </a:r>
            <a:endParaRPr>
              <a:solidFill>
                <a:srgbClr val="374151"/>
              </a:solidFill>
              <a:highlight>
                <a:srgbClr val="FFFFFF"/>
              </a:highlight>
            </a:endParaRPr>
          </a:p>
          <a:p>
            <a:pPr indent="-342900" lvl="0" marL="457200" rtl="0" algn="l">
              <a:spcBef>
                <a:spcPts val="2400"/>
              </a:spcBef>
              <a:spcAft>
                <a:spcPts val="0"/>
              </a:spcAft>
              <a:buClr>
                <a:srgbClr val="374151"/>
              </a:buClr>
              <a:buSzPts val="1800"/>
              <a:buChar char="●"/>
            </a:pPr>
            <a:r>
              <a:rPr lang="en">
                <a:solidFill>
                  <a:srgbClr val="A45000"/>
                </a:solidFill>
                <a:highlight>
                  <a:srgbClr val="FFE5CC"/>
                </a:highlight>
              </a:rPr>
              <a:t>fn</a:t>
            </a:r>
            <a:r>
              <a:rPr lang="en">
                <a:solidFill>
                  <a:srgbClr val="374151"/>
                </a:solidFill>
                <a:highlight>
                  <a:srgbClr val="FFFFFF"/>
                </a:highlight>
              </a:rPr>
              <a:t>: the function to wrap a user interface (UI) around</a:t>
            </a:r>
            <a:endParaRPr>
              <a:solidFill>
                <a:srgbClr val="374151"/>
              </a:solidFill>
              <a:highlight>
                <a:srgbClr val="FFFFFF"/>
              </a:highlight>
            </a:endParaRPr>
          </a:p>
          <a:p>
            <a:pPr indent="-342900" lvl="0" marL="457200" rtl="0" algn="l">
              <a:spcBef>
                <a:spcPts val="2400"/>
              </a:spcBef>
              <a:spcAft>
                <a:spcPts val="0"/>
              </a:spcAft>
              <a:buClr>
                <a:srgbClr val="374151"/>
              </a:buClr>
              <a:buSzPts val="1800"/>
              <a:buChar char="●"/>
            </a:pPr>
            <a:r>
              <a:rPr lang="en">
                <a:solidFill>
                  <a:srgbClr val="A45000"/>
                </a:solidFill>
                <a:highlight>
                  <a:srgbClr val="FFE5CC"/>
                </a:highlight>
              </a:rPr>
              <a:t>inputs</a:t>
            </a:r>
            <a:r>
              <a:rPr lang="en">
                <a:solidFill>
                  <a:srgbClr val="374151"/>
                </a:solidFill>
                <a:highlight>
                  <a:srgbClr val="FFFFFF"/>
                </a:highlight>
              </a:rPr>
              <a:t>: the Gradio component(s) to use for the input. The number of components should match the number of arguments in your function.</a:t>
            </a:r>
            <a:endParaRPr>
              <a:solidFill>
                <a:srgbClr val="374151"/>
              </a:solidFill>
              <a:highlight>
                <a:srgbClr val="FFFFFF"/>
              </a:highlight>
            </a:endParaRPr>
          </a:p>
          <a:p>
            <a:pPr indent="-342900" lvl="0" marL="457200" rtl="0" algn="l">
              <a:spcBef>
                <a:spcPts val="2400"/>
              </a:spcBef>
              <a:spcAft>
                <a:spcPts val="0"/>
              </a:spcAft>
              <a:buClr>
                <a:srgbClr val="374151"/>
              </a:buClr>
              <a:buSzPts val="1800"/>
              <a:buChar char="●"/>
            </a:pPr>
            <a:r>
              <a:rPr lang="en">
                <a:solidFill>
                  <a:srgbClr val="A45000"/>
                </a:solidFill>
                <a:highlight>
                  <a:srgbClr val="FFE5CC"/>
                </a:highlight>
              </a:rPr>
              <a:t>outputs</a:t>
            </a:r>
            <a:r>
              <a:rPr lang="en">
                <a:solidFill>
                  <a:srgbClr val="374151"/>
                </a:solidFill>
                <a:highlight>
                  <a:srgbClr val="FFFFFF"/>
                </a:highlight>
              </a:rPr>
              <a:t>: the Gradio component(s) to use for the output. The number of components should match the number of return values from your function.</a:t>
            </a:r>
            <a:endParaRPr>
              <a:solidFill>
                <a:srgbClr val="374151"/>
              </a:solidFill>
              <a:highlight>
                <a:srgbClr val="FFFFFF"/>
              </a:highlight>
            </a:endParaRPr>
          </a:p>
          <a:p>
            <a:pPr indent="0" lvl="0" marL="0" rtl="0" algn="l">
              <a:spcBef>
                <a:spcPts val="2400"/>
              </a:spcBef>
              <a:spcAft>
                <a:spcPts val="0"/>
              </a:spcAft>
              <a:buNone/>
            </a:pPr>
            <a:r>
              <a:t/>
            </a:r>
            <a:endParaRPr b="1"/>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bd3f674d90_0_160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400">
                <a:solidFill>
                  <a:schemeClr val="dk2"/>
                </a:solidFill>
              </a:rPr>
              <a:t>The four kinds of Interfaces</a:t>
            </a:r>
            <a:endParaRPr b="1" sz="2400">
              <a:solidFill>
                <a:schemeClr val="dk2"/>
              </a:solidFill>
            </a:endParaRPr>
          </a:p>
        </p:txBody>
      </p:sp>
      <p:pic>
        <p:nvPicPr>
          <p:cNvPr id="144" name="Google Shape;144;g3bd3f674d90_0_1609"/>
          <p:cNvPicPr preferRelativeResize="0"/>
          <p:nvPr/>
        </p:nvPicPr>
        <p:blipFill>
          <a:blip r:embed="rId3">
            <a:alphaModFix/>
          </a:blip>
          <a:stretch>
            <a:fillRect/>
          </a:stretch>
        </p:blipFill>
        <p:spPr>
          <a:xfrm>
            <a:off x="1113525" y="1107400"/>
            <a:ext cx="6916947" cy="38209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bd3f674d90_0_16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400">
                <a:solidFill>
                  <a:schemeClr val="dk2"/>
                </a:solidFill>
              </a:rPr>
              <a:t>Other Gradio classes </a:t>
            </a:r>
            <a:endParaRPr b="1" sz="2400">
              <a:solidFill>
                <a:schemeClr val="dk2"/>
              </a:solidFill>
            </a:endParaRPr>
          </a:p>
        </p:txBody>
      </p:sp>
      <p:sp>
        <p:nvSpPr>
          <p:cNvPr id="150" name="Google Shape;150;g3bd3f674d90_0_16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gr.ChatInterface</a:t>
            </a:r>
            <a:r>
              <a:rPr lang="en"/>
              <a:t>: Gradio includes a high-level class, gr.ChatInterface, which is specifically designed to create Chatbot UIs. With openAI compatible endpoint:</a:t>
            </a:r>
            <a:endParaRPr/>
          </a:p>
          <a:p>
            <a:pPr indent="0" lvl="0" marL="0" rtl="0" algn="l">
              <a:lnSpc>
                <a:spcPct val="150000"/>
              </a:lnSpc>
              <a:spcBef>
                <a:spcPts val="0"/>
              </a:spcBef>
              <a:spcAft>
                <a:spcPts val="0"/>
              </a:spcAft>
              <a:buClr>
                <a:schemeClr val="dk1"/>
              </a:buClr>
              <a:buSzPts val="1100"/>
              <a:buFont typeface="Arial"/>
              <a:buNone/>
            </a:pPr>
            <a:r>
              <a:rPr lang="en" sz="1400">
                <a:solidFill>
                  <a:srgbClr val="6F42C1"/>
                </a:solidFill>
                <a:highlight>
                  <a:srgbClr val="F9FAFB"/>
                </a:highlight>
                <a:latin typeface="Consolas"/>
                <a:ea typeface="Consolas"/>
                <a:cs typeface="Consolas"/>
                <a:sym typeface="Consolas"/>
              </a:rPr>
              <a:t>gr</a:t>
            </a:r>
            <a:r>
              <a:rPr lang="en" sz="1400">
                <a:solidFill>
                  <a:srgbClr val="999999"/>
                </a:solidFill>
                <a:highlight>
                  <a:srgbClr val="F9FAFB"/>
                </a:highlight>
                <a:latin typeface="Consolas"/>
                <a:ea typeface="Consolas"/>
                <a:cs typeface="Consolas"/>
                <a:sym typeface="Consolas"/>
              </a:rPr>
              <a:t>.</a:t>
            </a:r>
            <a:r>
              <a:rPr lang="en" sz="1400">
                <a:solidFill>
                  <a:srgbClr val="DD4A68"/>
                </a:solidFill>
                <a:highlight>
                  <a:srgbClr val="F9FAFB"/>
                </a:highlight>
                <a:latin typeface="Consolas"/>
                <a:ea typeface="Consolas"/>
                <a:cs typeface="Consolas"/>
                <a:sym typeface="Consolas"/>
              </a:rPr>
              <a:t>load_chat</a:t>
            </a:r>
            <a:r>
              <a:rPr lang="en" sz="1400">
                <a:solidFill>
                  <a:srgbClr val="999999"/>
                </a:solidFill>
                <a:highlight>
                  <a:srgbClr val="F9FAFB"/>
                </a:highlight>
                <a:latin typeface="Consolas"/>
                <a:ea typeface="Consolas"/>
                <a:cs typeface="Consolas"/>
                <a:sym typeface="Consolas"/>
              </a:rPr>
              <a:t>(</a:t>
            </a:r>
            <a:r>
              <a:rPr lang="en" sz="1400">
                <a:solidFill>
                  <a:srgbClr val="669900"/>
                </a:solidFill>
                <a:highlight>
                  <a:srgbClr val="F9FAFB"/>
                </a:highlight>
                <a:latin typeface="Consolas"/>
                <a:ea typeface="Consolas"/>
                <a:cs typeface="Consolas"/>
                <a:sym typeface="Consolas"/>
              </a:rPr>
              <a:t>"http://localhost:11434/v1/"</a:t>
            </a:r>
            <a:r>
              <a:rPr lang="en" sz="1400">
                <a:solidFill>
                  <a:srgbClr val="999999"/>
                </a:solidFill>
                <a:highlight>
                  <a:srgbClr val="F9FAFB"/>
                </a:highlight>
                <a:latin typeface="Consolas"/>
                <a:ea typeface="Consolas"/>
                <a:cs typeface="Consolas"/>
                <a:sym typeface="Consolas"/>
              </a:rPr>
              <a:t>,</a:t>
            </a:r>
            <a:r>
              <a:rPr lang="en" sz="1400">
                <a:solidFill>
                  <a:srgbClr val="171717"/>
                </a:solidFill>
                <a:highlight>
                  <a:srgbClr val="F9FAFB"/>
                </a:highlight>
                <a:latin typeface="Consolas"/>
                <a:ea typeface="Consolas"/>
                <a:cs typeface="Consolas"/>
                <a:sym typeface="Consolas"/>
              </a:rPr>
              <a:t> </a:t>
            </a:r>
            <a:r>
              <a:rPr i="1" lang="en" sz="1400">
                <a:solidFill>
                  <a:srgbClr val="E36209"/>
                </a:solidFill>
                <a:highlight>
                  <a:srgbClr val="F9FAFB"/>
                </a:highlight>
                <a:latin typeface="Consolas"/>
                <a:ea typeface="Consolas"/>
                <a:cs typeface="Consolas"/>
                <a:sym typeface="Consolas"/>
              </a:rPr>
              <a:t>model</a:t>
            </a:r>
            <a:r>
              <a:rPr lang="en" sz="1400">
                <a:solidFill>
                  <a:srgbClr val="9A6E3A"/>
                </a:solidFill>
                <a:highlight>
                  <a:srgbClr val="F9FAFB"/>
                </a:highlight>
                <a:latin typeface="Consolas"/>
                <a:ea typeface="Consolas"/>
                <a:cs typeface="Consolas"/>
                <a:sym typeface="Consolas"/>
              </a:rPr>
              <a:t>=</a:t>
            </a:r>
            <a:r>
              <a:rPr lang="en" sz="1400">
                <a:solidFill>
                  <a:srgbClr val="669900"/>
                </a:solidFill>
                <a:highlight>
                  <a:srgbClr val="F9FAFB"/>
                </a:highlight>
                <a:latin typeface="Consolas"/>
                <a:ea typeface="Consolas"/>
                <a:cs typeface="Consolas"/>
                <a:sym typeface="Consolas"/>
              </a:rPr>
              <a:t>"llama3.2"</a:t>
            </a:r>
            <a:r>
              <a:rPr lang="en" sz="1400">
                <a:solidFill>
                  <a:srgbClr val="999999"/>
                </a:solidFill>
                <a:highlight>
                  <a:srgbClr val="F9FAFB"/>
                </a:highlight>
                <a:latin typeface="Consolas"/>
                <a:ea typeface="Consolas"/>
                <a:cs typeface="Consolas"/>
                <a:sym typeface="Consolas"/>
              </a:rPr>
              <a:t>,</a:t>
            </a:r>
            <a:r>
              <a:rPr lang="en" sz="1400">
                <a:solidFill>
                  <a:srgbClr val="171717"/>
                </a:solidFill>
                <a:highlight>
                  <a:srgbClr val="F9FAFB"/>
                </a:highlight>
                <a:latin typeface="Consolas"/>
                <a:ea typeface="Consolas"/>
                <a:cs typeface="Consolas"/>
                <a:sym typeface="Consolas"/>
              </a:rPr>
              <a:t> </a:t>
            </a:r>
            <a:r>
              <a:rPr i="1" lang="en" sz="1400">
                <a:solidFill>
                  <a:srgbClr val="E36209"/>
                </a:solidFill>
                <a:highlight>
                  <a:srgbClr val="F9FAFB"/>
                </a:highlight>
                <a:latin typeface="Consolas"/>
                <a:ea typeface="Consolas"/>
                <a:cs typeface="Consolas"/>
                <a:sym typeface="Consolas"/>
              </a:rPr>
              <a:t>token</a:t>
            </a:r>
            <a:r>
              <a:rPr lang="en" sz="1400">
                <a:solidFill>
                  <a:srgbClr val="9A6E3A"/>
                </a:solidFill>
                <a:highlight>
                  <a:srgbClr val="F9FAFB"/>
                </a:highlight>
                <a:latin typeface="Consolas"/>
                <a:ea typeface="Consolas"/>
                <a:cs typeface="Consolas"/>
                <a:sym typeface="Consolas"/>
              </a:rPr>
              <a:t>=</a:t>
            </a:r>
            <a:r>
              <a:rPr lang="en" sz="1400">
                <a:solidFill>
                  <a:srgbClr val="669900"/>
                </a:solidFill>
                <a:highlight>
                  <a:srgbClr val="F9FAFB"/>
                </a:highlight>
                <a:latin typeface="Consolas"/>
                <a:ea typeface="Consolas"/>
                <a:cs typeface="Consolas"/>
                <a:sym typeface="Consolas"/>
              </a:rPr>
              <a:t>"***"</a:t>
            </a:r>
            <a:r>
              <a:rPr lang="en" sz="1400">
                <a:solidFill>
                  <a:srgbClr val="999999"/>
                </a:solidFill>
                <a:highlight>
                  <a:srgbClr val="F9FAFB"/>
                </a:highlight>
                <a:latin typeface="Consolas"/>
                <a:ea typeface="Consolas"/>
                <a:cs typeface="Consolas"/>
                <a:sym typeface="Consolas"/>
              </a:rPr>
              <a:t>).</a:t>
            </a:r>
            <a:r>
              <a:rPr lang="en" sz="1400">
                <a:solidFill>
                  <a:srgbClr val="DD4A68"/>
                </a:solidFill>
                <a:highlight>
                  <a:srgbClr val="F9FAFB"/>
                </a:highlight>
                <a:latin typeface="Consolas"/>
                <a:ea typeface="Consolas"/>
                <a:cs typeface="Consolas"/>
                <a:sym typeface="Consolas"/>
              </a:rPr>
              <a:t>launch</a:t>
            </a:r>
            <a:r>
              <a:rPr lang="en" sz="1400">
                <a:solidFill>
                  <a:srgbClr val="999999"/>
                </a:solidFill>
                <a:highlight>
                  <a:srgbClr val="F9FAFB"/>
                </a:highlight>
                <a:latin typeface="Consolas"/>
                <a:ea typeface="Consolas"/>
                <a:cs typeface="Consolas"/>
                <a:sym typeface="Consolas"/>
              </a:rPr>
              <a:t>()</a:t>
            </a:r>
            <a:endParaRPr sz="1400">
              <a:solidFill>
                <a:srgbClr val="999999"/>
              </a:solidFill>
              <a:highlight>
                <a:srgbClr val="F9FAFB"/>
              </a:highlight>
              <a:latin typeface="Consolas"/>
              <a:ea typeface="Consolas"/>
              <a:cs typeface="Consolas"/>
              <a:sym typeface="Consolas"/>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rgbClr val="374151"/>
                </a:solidFill>
                <a:highlight>
                  <a:srgbClr val="FFFFFF"/>
                </a:highlight>
              </a:rPr>
              <a:t>The  Gradio Chatbot exposes several events, such as </a:t>
            </a:r>
            <a:r>
              <a:rPr lang="en">
                <a:solidFill>
                  <a:srgbClr val="A45000"/>
                </a:solidFill>
                <a:highlight>
                  <a:srgbClr val="FFE5CC"/>
                </a:highlight>
              </a:rPr>
              <a:t>.retry</a:t>
            </a:r>
            <a:r>
              <a:rPr lang="en">
                <a:solidFill>
                  <a:srgbClr val="374151"/>
                </a:solidFill>
                <a:highlight>
                  <a:srgbClr val="FFFFFF"/>
                </a:highlight>
              </a:rPr>
              <a:t>, </a:t>
            </a:r>
            <a:r>
              <a:rPr lang="en">
                <a:solidFill>
                  <a:srgbClr val="A45000"/>
                </a:solidFill>
                <a:highlight>
                  <a:srgbClr val="FFE5CC"/>
                </a:highlight>
              </a:rPr>
              <a:t>.undo</a:t>
            </a:r>
            <a:r>
              <a:rPr lang="en">
                <a:solidFill>
                  <a:srgbClr val="374151"/>
                </a:solidFill>
                <a:highlight>
                  <a:srgbClr val="FFFFFF"/>
                </a:highlight>
              </a:rPr>
              <a:t>, </a:t>
            </a:r>
            <a:r>
              <a:rPr lang="en">
                <a:solidFill>
                  <a:srgbClr val="A45000"/>
                </a:solidFill>
                <a:highlight>
                  <a:srgbClr val="FFE5CC"/>
                </a:highlight>
              </a:rPr>
              <a:t>.like</a:t>
            </a:r>
            <a:r>
              <a:rPr lang="en">
                <a:solidFill>
                  <a:srgbClr val="374151"/>
                </a:solidFill>
                <a:highlight>
                  <a:srgbClr val="FFFFFF"/>
                </a:highlight>
              </a:rPr>
              <a:t>, and </a:t>
            </a:r>
            <a:r>
              <a:rPr lang="en">
                <a:solidFill>
                  <a:srgbClr val="A45000"/>
                </a:solidFill>
                <a:highlight>
                  <a:srgbClr val="FFE5CC"/>
                </a:highlight>
              </a:rPr>
              <a:t>.clear</a:t>
            </a:r>
            <a:r>
              <a:rPr lang="en">
                <a:solidFill>
                  <a:srgbClr val="374151"/>
                </a:solidFill>
                <a:highlight>
                  <a:srgbClr val="FFFFFF"/>
                </a:highlight>
              </a:rPr>
              <a:t>, to let you build this functionality into your application</a:t>
            </a:r>
            <a:endParaRPr/>
          </a:p>
          <a:p>
            <a:pPr indent="0" lvl="0" marL="0" rtl="0" algn="l">
              <a:spcBef>
                <a:spcPts val="0"/>
              </a:spcBef>
              <a:spcAft>
                <a:spcPts val="0"/>
              </a:spcAft>
              <a:buNone/>
            </a:pPr>
            <a:r>
              <a:rPr b="1" lang="en"/>
              <a:t>gr.Blocks class</a:t>
            </a:r>
            <a:r>
              <a:rPr lang="en"/>
              <a:t>: low-level approach for designing web apps with more customizable layouts and data flows. Blocks supports things like controlling where components appear on the page, handling multiple data flows and more complex interactions (e.g. outputs can serve as inputs to other functions),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bd3f674d90_0_16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400">
                <a:solidFill>
                  <a:schemeClr val="dk2"/>
                </a:solidFill>
              </a:rPr>
              <a:t>Stable Diffusion web UI using Gradio Blocks</a:t>
            </a:r>
            <a:endParaRPr b="1" sz="2400">
              <a:solidFill>
                <a:schemeClr val="dk2"/>
              </a:solidFill>
            </a:endParaRPr>
          </a:p>
        </p:txBody>
      </p:sp>
      <p:pic>
        <p:nvPicPr>
          <p:cNvPr id="156" name="Google Shape;156;g3bd3f674d90_0_1619"/>
          <p:cNvPicPr preferRelativeResize="0"/>
          <p:nvPr/>
        </p:nvPicPr>
        <p:blipFill>
          <a:blip r:embed="rId3">
            <a:alphaModFix/>
          </a:blip>
          <a:stretch>
            <a:fillRect/>
          </a:stretch>
        </p:blipFill>
        <p:spPr>
          <a:xfrm>
            <a:off x="2328363" y="1248850"/>
            <a:ext cx="4487276" cy="35070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Akamai Theme - No Footer">
  <a:themeElements>
    <a:clrScheme name="Custom 2">
      <a:dk1>
        <a:srgbClr val="000000"/>
      </a:dk1>
      <a:lt1>
        <a:srgbClr val="FFFFFF"/>
      </a:lt1>
      <a:dk2>
        <a:srgbClr val="009CDE"/>
      </a:dk2>
      <a:lt2>
        <a:srgbClr val="FF9933"/>
      </a:lt2>
      <a:accent1>
        <a:srgbClr val="672E8F"/>
      </a:accent1>
      <a:accent2>
        <a:srgbClr val="25B477"/>
      </a:accent2>
      <a:accent3>
        <a:srgbClr val="24C8FF"/>
      </a:accent3>
      <a:accent4>
        <a:srgbClr val="002856"/>
      </a:accent4>
      <a:accent5>
        <a:srgbClr val="182548"/>
      </a:accent5>
      <a:accent6>
        <a:srgbClr val="000000"/>
      </a:accent6>
      <a:hlink>
        <a:srgbClr val="24C8FF"/>
      </a:hlink>
      <a:folHlink>
        <a:srgbClr val="009CD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
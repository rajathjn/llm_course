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y="5143500" cx="9144000"/>
  <p:notesSz cx="6858000" cy="9144000"/>
  <p:embeddedFontLst>
    <p:embeddedFont>
      <p:font typeface="Roboto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2" roundtripDataSignature="AMtx7mhzYQTgLouPzOL6AoUpPwRh5W0R5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4C7EF87-A137-4842-B93C-736D6C3A5470}">
  <a:tblStyle styleId="{14C7EF87-A137-4842-B93C-736D6C3A547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italic.fntdata"/><Relationship Id="rId20" Type="http://schemas.openxmlformats.org/officeDocument/2006/relationships/slide" Target="slides/slide14.xml"/><Relationship Id="rId42" Type="http://customschemas.google.com/relationships/presentationmetadata" Target="metadata"/><Relationship Id="rId41" Type="http://schemas.openxmlformats.org/officeDocument/2006/relationships/font" Target="fonts/Roboto-bold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Roboto-bold.fntdata"/><Relationship Id="rId16" Type="http://schemas.openxmlformats.org/officeDocument/2006/relationships/slide" Target="slides/slide10.xml"/><Relationship Id="rId38" Type="http://schemas.openxmlformats.org/officeDocument/2006/relationships/font" Target="fonts/Roboto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b4a4261da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g3b4a4261da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4a4261da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g3b4a4261da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:notes"/>
          <p:cNvSpPr/>
          <p:nvPr>
            <p:ph idx="2" type="sldImg"/>
          </p:nvPr>
        </p:nvSpPr>
        <p:spPr>
          <a:xfrm>
            <a:off x="857406" y="685797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7:notes"/>
          <p:cNvSpPr txBox="1"/>
          <p:nvPr>
            <p:ph idx="1" type="body"/>
          </p:nvPr>
        </p:nvSpPr>
        <p:spPr>
          <a:xfrm>
            <a:off x="685792" y="4343391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If we create layers of neurons and connect them to subsequent layers, what we end up with is a neural network.  This is a powerful concept- each of these neurons is a non linear function, and taken together, this network  can model any function in the world.  The process of discovering the optimal weights of these networks for a given problem is called backpropagation.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Each layer processes information and outputs  a summarized data, which is further processed till a final output layer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Now we can frame the next token given a current phrase as a classification problem.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b9e6d2fc4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b9e6d2fc4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b9e6d2fc4f_0_9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b9e6d2fc4f_0_9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Words are not discrete symbols, the meaning changes based on how words combine, and also with context 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interactions between the individual tokens matter, and we need to pay attention to the other words in the sentence when arriving at the meaning of a word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model that just treats words as discrete symbols will fail to capture the full meaning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9e6d2fc4f_0_10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b9e6d2fc4f_0_10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Each word in the target translated text might depend more on one or more input words- and thus when generating translated text, each target word must pay more attention to some specific input words rather than weigh all of them equally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b9e6d2fc4f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b9e6d2fc4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b9e6d2fc4f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b9e6d2fc4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convert our tokens to embeddings, and multiply them with  3 matrices ( whose weights are to be learnt), to learn 3 vectors - a query Q, a key K and a value V 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b9e6d2fc4f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b9e6d2fc4f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each token, we compare the query vector for it with the key vectors of other tokens using a scaled dot product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b9e6d2fc4f_0_5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3b9e6d2fc4f_0_5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That gives us a score for each token with respect to every other token. This score is converted to a probability using the softmax function giving attention weights between each token and every other token in the sentence.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use this to calculate a weighted average of the value vector 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3b9e6d2fc4f_0_7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1" name="Google Shape;721;g3b9e6d2fc4f_0_7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That gives us a score for each token with respect to every other token. This core is converted to a probability using the softmax function giving attention weights between each token and every other token in the sentence.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use this to calculate a weighted average of the value vector 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1" name="Google Shape;89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Logo Slide 1">
  <p:cSld name="Title + subhead_1_2_1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7;g3b9e6d2fc4f_0_17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03031" y="1205663"/>
            <a:ext cx="4737940" cy="2732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547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White">
  <p:cSld name="Title Slide - Whit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g3b9e6d2fc4f_0_17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3031" y="1205663"/>
            <a:ext cx="4737940" cy="2732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+ subhead_1_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g3b9e6d2fc4f_0_17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28627" y="983045"/>
            <a:ext cx="2043975" cy="834263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g3b9e6d2fc4f_0_1718"/>
          <p:cNvSpPr txBox="1"/>
          <p:nvPr>
            <p:ph type="title"/>
          </p:nvPr>
        </p:nvSpPr>
        <p:spPr>
          <a:xfrm>
            <a:off x="693419" y="3129150"/>
            <a:ext cx="8054100" cy="73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"/>
              <a:buNone/>
              <a:defRPr b="1" i="0" sz="4800" u="none" cap="none" strike="noStrike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"/>
              <a:buNone/>
              <a:defRPr b="1" i="0" sz="3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"/>
              <a:buNone/>
              <a:defRPr b="1" i="0" sz="3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"/>
              <a:buNone/>
              <a:defRPr b="1" i="0" sz="3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"/>
              <a:buNone/>
              <a:defRPr b="1" i="0" sz="3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"/>
              <a:buNone/>
              <a:defRPr b="1" i="0" sz="3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"/>
              <a:buNone/>
              <a:defRPr b="1" i="0" sz="3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"/>
              <a:buNone/>
              <a:defRPr b="1" i="0" sz="3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"/>
              <a:buNone/>
              <a:defRPr b="1" i="0" sz="3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547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urora">
  <p:cSld name="Title + subhead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547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ave - Aurora">
  <p:cSld name="Title + subhead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A blue and white grid&#10;&#10;Description automatically generated" id="15" name="Google Shape;15;g3b9e6d2fc4f_0_17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" name="Google Shape;16;g3b9e6d2fc4f_0_17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627" y="983045"/>
            <a:ext cx="2043975" cy="834263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g3b9e6d2fc4f_0_1722"/>
          <p:cNvSpPr txBox="1"/>
          <p:nvPr>
            <p:ph type="title"/>
          </p:nvPr>
        </p:nvSpPr>
        <p:spPr>
          <a:xfrm>
            <a:off x="693419" y="3129150"/>
            <a:ext cx="8054100" cy="73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"/>
              <a:buNone/>
              <a:defRPr b="1" i="0" sz="4800" u="none" cap="none" strike="noStrike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"/>
              <a:buNone/>
              <a:defRPr b="1" i="0" sz="3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"/>
              <a:buNone/>
              <a:defRPr b="1" i="0" sz="3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"/>
              <a:buNone/>
              <a:defRPr b="1" i="0" sz="3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"/>
              <a:buNone/>
              <a:defRPr b="1" i="0" sz="3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"/>
              <a:buNone/>
              <a:defRPr b="1" i="0" sz="3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"/>
              <a:buNone/>
              <a:defRPr b="1" i="0" sz="3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"/>
              <a:buNone/>
              <a:defRPr b="1" i="0" sz="3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"/>
              <a:buNone/>
              <a:defRPr b="1" i="0" sz="3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547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urora">
  <p:cSld name="1_Blank - Aurora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547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b9e6d2fc4f_0_17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1" name="Google Shape;21;g3b9e6d2fc4f_0_17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2" name="Google Shape;22;g3b9e6d2fc4f_0_17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b9e6d2fc4f_0_17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g3b9e6d2fc4f_0_17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" name="Google Shape;26;g3b9e6d2fc4f_0_17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b9e6d2fc4f_0_17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9" name="Google Shape;29;g3b9e6d2fc4f_0_17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st" type="obj">
  <p:cSld name="OBJEC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b9e6d2fc4f_0_1738"/>
          <p:cNvSpPr txBox="1"/>
          <p:nvPr>
            <p:ph type="title"/>
          </p:nvPr>
        </p:nvSpPr>
        <p:spPr>
          <a:xfrm>
            <a:off x="950708" y="432186"/>
            <a:ext cx="7358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00" lIns="81625" spcFirstLastPara="1" rIns="81625" wrap="square" tIns="408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187B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g3b9e6d2fc4f_0_1738"/>
          <p:cNvSpPr txBox="1"/>
          <p:nvPr>
            <p:ph idx="1" type="body"/>
          </p:nvPr>
        </p:nvSpPr>
        <p:spPr>
          <a:xfrm>
            <a:off x="457200" y="971551"/>
            <a:ext cx="8229600" cy="3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00" lIns="81625" spcFirstLastPara="1" rIns="81625" wrap="square" tIns="40800">
            <a:normAutofit/>
          </a:bodyPr>
          <a:lstStyle>
            <a:lvl1pPr indent="-355600" lvl="0" marL="457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>
                <a:solidFill>
                  <a:srgbClr val="595959"/>
                </a:solidFill>
              </a:defRPr>
            </a:lvl1pPr>
            <a:lvl2pPr indent="-330200" lvl="1" marL="914400" algn="l">
              <a:lnSpc>
                <a:spcPct val="115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venir"/>
              <a:buChar char="○"/>
              <a:defRPr sz="1600">
                <a:solidFill>
                  <a:srgbClr val="595959"/>
                </a:solidFill>
              </a:defRPr>
            </a:lvl2pPr>
            <a:lvl3pPr indent="-330200" lvl="2" marL="1371600" algn="l">
              <a:lnSpc>
                <a:spcPct val="115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■"/>
              <a:defRPr sz="1600">
                <a:solidFill>
                  <a:srgbClr val="595959"/>
                </a:solidFill>
              </a:defRPr>
            </a:lvl3pPr>
            <a:lvl4pPr indent="-330200" lvl="3" marL="1828800" algn="l">
              <a:lnSpc>
                <a:spcPct val="115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●"/>
              <a:defRPr sz="1600">
                <a:solidFill>
                  <a:srgbClr val="595959"/>
                </a:solidFill>
              </a:defRPr>
            </a:lvl4pPr>
            <a:lvl5pPr indent="-330200" lvl="4" marL="2286000" algn="l">
              <a:lnSpc>
                <a:spcPct val="115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○"/>
              <a:defRPr sz="1600">
                <a:solidFill>
                  <a:srgbClr val="595959"/>
                </a:solidFill>
              </a:defRPr>
            </a:lvl5pPr>
            <a:lvl6pPr indent="-342900" lvl="5" marL="2743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grpSp>
        <p:nvGrpSpPr>
          <p:cNvPr id="33" name="Google Shape;33;g3b9e6d2fc4f_0_1738"/>
          <p:cNvGrpSpPr/>
          <p:nvPr/>
        </p:nvGrpSpPr>
        <p:grpSpPr>
          <a:xfrm rot="10800000">
            <a:off x="-138279" y="547608"/>
            <a:ext cx="952685" cy="111968"/>
            <a:chOff x="15544800" y="736600"/>
            <a:chExt cx="3890098" cy="457200"/>
          </a:xfrm>
        </p:grpSpPr>
        <p:sp>
          <p:nvSpPr>
            <p:cNvPr id="34" name="Google Shape;34;g3b9e6d2fc4f_0_1738"/>
            <p:cNvSpPr/>
            <p:nvPr/>
          </p:nvSpPr>
          <p:spPr>
            <a:xfrm>
              <a:off x="15544800" y="736600"/>
              <a:ext cx="457200" cy="457200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25"/>
                <a:buFont typeface="Arial"/>
                <a:buNone/>
              </a:pPr>
              <a:r>
                <a:t/>
              </a:r>
              <a:endParaRPr b="1" i="0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5" name="Google Shape;35;g3b9e6d2fc4f_0_1738"/>
            <p:cNvCxnSpPr/>
            <p:nvPr/>
          </p:nvCxnSpPr>
          <p:spPr>
            <a:xfrm>
              <a:off x="16001998" y="965200"/>
              <a:ext cx="3432900" cy="0"/>
            </a:xfrm>
            <a:prstGeom prst="straightConnector1">
              <a:avLst/>
            </a:prstGeom>
            <a:solidFill>
              <a:schemeClr val="accent1"/>
            </a:solidFill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b9e6d2fc4f_0_17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" name="Google Shape;38;g3b9e6d2fc4f_0_17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with bullets">
  <p:cSld name="Header with bullets">
    <p:bg>
      <p:bgPr>
        <a:solidFill>
          <a:schemeClr val="lt1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g3b9e6d2fc4f_0_1747"/>
          <p:cNvPicPr preferRelativeResize="0"/>
          <p:nvPr/>
        </p:nvPicPr>
        <p:blipFill rotWithShape="1">
          <a:blip r:embed="rId2">
            <a:alphaModFix/>
          </a:blip>
          <a:srcRect b="9616" l="0" r="0" t="0"/>
          <a:stretch/>
        </p:blipFill>
        <p:spPr>
          <a:xfrm>
            <a:off x="0" y="670"/>
            <a:ext cx="9141619" cy="4647529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g3b9e6d2fc4f_0_1747"/>
          <p:cNvSpPr txBox="1"/>
          <p:nvPr>
            <p:ph type="title"/>
          </p:nvPr>
        </p:nvSpPr>
        <p:spPr>
          <a:xfrm>
            <a:off x="405000" y="405001"/>
            <a:ext cx="83763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99CC"/>
              </a:buClr>
              <a:buSzPts val="2700"/>
              <a:buFont typeface="Arial"/>
              <a:buNone/>
              <a:defRPr sz="2700">
                <a:solidFill>
                  <a:srgbClr val="0099C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g3b9e6d2fc4f_0_1747"/>
          <p:cNvSpPr txBox="1"/>
          <p:nvPr>
            <p:ph idx="1" type="body"/>
          </p:nvPr>
        </p:nvSpPr>
        <p:spPr>
          <a:xfrm>
            <a:off x="404813" y="1283186"/>
            <a:ext cx="8376300" cy="33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19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>
                <a:solidFill>
                  <a:schemeClr val="dk1"/>
                </a:solidFill>
              </a:defRPr>
            </a:lvl2pPr>
            <a:lvl3pPr indent="-3238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2">
          <p15:clr>
            <a:srgbClr val="F26B43"/>
          </p15:clr>
        </p15:guide>
        <p15:guide id="2" pos="5544">
          <p15:clr>
            <a:srgbClr val="F26B43"/>
          </p15:clr>
        </p15:guide>
        <p15:guide id="3" orient="horz" pos="2916">
          <p15:clr>
            <a:srgbClr val="F26B43"/>
          </p15:clr>
        </p15:guide>
        <p15:guide id="4" orient="horz" pos="3132">
          <p15:clr>
            <a:srgbClr val="F26B43"/>
          </p15:clr>
        </p15:guide>
        <p15:guide id="5" orient="horz" pos="252">
          <p15:clr>
            <a:srgbClr val="F26B43"/>
          </p15:clr>
        </p15:guide>
        <p15:guide id="6" orient="horz" pos="702">
          <p15:clr>
            <a:srgbClr val="F26B43"/>
          </p15:clr>
        </p15:guide>
        <p15:guide id="7" orient="horz" pos="810">
          <p15:clr>
            <a:srgbClr val="F26B43"/>
          </p15:clr>
        </p15:guide>
        <p15:guide id="8" pos="27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crew.ai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github.com/prizmaweb/llm_course/blob/main/install.txt" TargetMode="External"/><Relationship Id="rId4" Type="http://schemas.openxmlformats.org/officeDocument/2006/relationships/hyperlink" Target="https://github.com/prizmaweb/llm_course/blob/main/requirements.txt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Relationship Id="rId4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/>
          <p:cNvSpPr txBox="1"/>
          <p:nvPr>
            <p:ph type="ctrTitle"/>
          </p:nvPr>
        </p:nvSpPr>
        <p:spPr>
          <a:xfrm>
            <a:off x="311700" y="1927350"/>
            <a:ext cx="8520600" cy="112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00">
                <a:solidFill>
                  <a:srgbClr val="0099CC"/>
                </a:solidFill>
                <a:latin typeface="Calibri"/>
                <a:ea typeface="Calibri"/>
                <a:cs typeface="Calibri"/>
                <a:sym typeface="Calibri"/>
              </a:rPr>
              <a:t>LLM Course: Session 1</a:t>
            </a:r>
            <a:endParaRPr sz="3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"/>
              <a:t>Course goal</a:t>
            </a:r>
            <a:endParaRPr/>
          </a:p>
        </p:txBody>
      </p:sp>
      <p:sp>
        <p:nvSpPr>
          <p:cNvPr id="53" name="Google Shape;53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A hands on introduction to LLMs ( LLM inference with open AI and open source Hugging Face models,Function calling LLMs, RAG, LLM fine tuning,very basic Langchain) 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Expects you to know what vectors are and what a dot product is.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Past deep learning, NLP  exposure is obviously helpful. 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Will not cover MCPs, Agents , Langgraph, </a:t>
            </a:r>
            <a:r>
              <a:rPr lang="en" u="sng">
                <a:solidFill>
                  <a:schemeClr val="hlink"/>
                </a:solidFill>
                <a:hlinkClick r:id="rId3"/>
              </a:rPr>
              <a:t>Crew.ai</a:t>
            </a:r>
            <a:r>
              <a:rPr lang="en"/>
              <a:t> , autogen, GRPO 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b4a4261da7_0_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"/>
              <a:t>What will we cover ?</a:t>
            </a:r>
            <a:endParaRPr/>
          </a:p>
        </p:txBody>
      </p:sp>
      <p:sp>
        <p:nvSpPr>
          <p:cNvPr id="59" name="Google Shape;59;g3b4a4261da7_0_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Session 1:  Quick review of ML, Neural  networks, Text Processing , environment setup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Session 2:  LLM inference using Open AI and Ollama, basic Langchain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Session 3:  Gradio, Function calling LLMs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Session 4: HuggingFace pipelines, Open source LLMs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Session 5: RAG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Session 6:  LLM fine tuning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b4a4261da7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"/>
              <a:t>Environment and account setup</a:t>
            </a:r>
            <a:endParaRPr/>
          </a:p>
        </p:txBody>
      </p:sp>
      <p:sp>
        <p:nvSpPr>
          <p:cNvPr id="65" name="Google Shape;65;g3b4a4261da7_0_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Follow instructions here: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https://github.com/prizmaweb/llm_course/blob/main/install.txt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Above includes step to pip install a list of needed packages given here: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https://github.com/prizmaweb/llm_course/blob/main/requirements.txt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Download Ollama on your mac/PC.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Create an Open AI account ( optional)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Basic ML, Neural Networks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"/>
          <p:cNvSpPr txBox="1"/>
          <p:nvPr>
            <p:ph type="title"/>
          </p:nvPr>
        </p:nvSpPr>
        <p:spPr>
          <a:xfrm>
            <a:off x="950708" y="432186"/>
            <a:ext cx="7358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00" lIns="81625" spcFirstLastPara="1" rIns="81625" wrap="square" tIns="408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"/>
              <a:t>How much would you pay for 1300 sq Ft in BTM ?</a:t>
            </a:r>
            <a:endParaRPr/>
          </a:p>
        </p:txBody>
      </p:sp>
      <p:graphicFrame>
        <p:nvGraphicFramePr>
          <p:cNvPr id="76" name="Google Shape;76;p4"/>
          <p:cNvGraphicFramePr/>
          <p:nvPr/>
        </p:nvGraphicFramePr>
        <p:xfrm>
          <a:off x="950700" y="114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{14C7EF87-A137-4842-B93C-736D6C3A5470}</a:tableStyleId>
              </a:tblPr>
              <a:tblGrid>
                <a:gridCol w="1510225"/>
                <a:gridCol w="1510225"/>
              </a:tblGrid>
              <a:tr h="355425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chemeClr val="dk1"/>
                          </a:solidFill>
                        </a:rPr>
                        <a:t>Housing prices in BTM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noFill/>
                  </a:tcPr>
                </a:tc>
                <a:tc hMerge="1"/>
              </a:tr>
              <a:tr h="303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Size ( square Feet)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Price (Lakhs)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noFill/>
                  </a:tcPr>
                </a:tc>
              </a:tr>
              <a:tr h="303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2000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105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noFill/>
                  </a:tcPr>
                </a:tc>
              </a:tr>
              <a:tr h="303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1600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185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noFill/>
                  </a:tcPr>
                </a:tc>
              </a:tr>
              <a:tr h="303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3300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310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noFill/>
                  </a:tcPr>
                </a:tc>
              </a:tr>
              <a:tr h="303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1000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55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noFill/>
                  </a:tcPr>
                </a:tc>
              </a:tr>
              <a:tr h="303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920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52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noFill/>
                  </a:tcPr>
                </a:tc>
              </a:tr>
              <a:tr h="303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1540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75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noFill/>
                  </a:tcPr>
                </a:tc>
              </a:tr>
              <a:tr h="303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FF0000"/>
                          </a:solidFill>
                        </a:rPr>
                        <a:t>1300</a:t>
                      </a:r>
                      <a:endParaRPr b="1" sz="1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FF0000"/>
                          </a:solidFill>
                        </a:rPr>
                        <a:t>?</a:t>
                      </a:r>
                      <a:endParaRPr b="1" sz="1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</a:tbl>
          </a:graphicData>
        </a:graphic>
      </p:graphicFrame>
      <p:pic>
        <p:nvPicPr>
          <p:cNvPr id="77" name="Google Shape;77;p4"/>
          <p:cNvPicPr preferRelativeResize="0"/>
          <p:nvPr/>
        </p:nvPicPr>
        <p:blipFill rotWithShape="1">
          <a:blip r:embed="rId3">
            <a:alphaModFix/>
          </a:blip>
          <a:srcRect b="0" l="0" r="3798" t="3799"/>
          <a:stretch/>
        </p:blipFill>
        <p:spPr>
          <a:xfrm>
            <a:off x="4200698" y="1503425"/>
            <a:ext cx="4830450" cy="313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"/>
          <p:cNvSpPr txBox="1"/>
          <p:nvPr>
            <p:ph type="title"/>
          </p:nvPr>
        </p:nvSpPr>
        <p:spPr>
          <a:xfrm>
            <a:off x="950708" y="432186"/>
            <a:ext cx="7358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00" lIns="81625" spcFirstLastPara="1" rIns="81625" wrap="square" tIns="408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"/>
              <a:t>A Basic Machine learning workflow</a:t>
            </a:r>
            <a:endParaRPr/>
          </a:p>
        </p:txBody>
      </p:sp>
      <p:pic>
        <p:nvPicPr>
          <p:cNvPr id="83" name="Google Shape;8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874075"/>
            <a:ext cx="7648575" cy="25146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5"/>
          <p:cNvSpPr txBox="1"/>
          <p:nvPr>
            <p:ph idx="1" type="body"/>
          </p:nvPr>
        </p:nvSpPr>
        <p:spPr>
          <a:xfrm>
            <a:off x="457200" y="971551"/>
            <a:ext cx="8229600" cy="3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00" lIns="81625" spcFirstLastPara="1" rIns="81625" wrap="square" tIns="408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edia/image3.jpeg" id="89" name="Google Shape;8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5081" y="1734989"/>
            <a:ext cx="7893847" cy="248656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6"/>
          <p:cNvSpPr txBox="1"/>
          <p:nvPr>
            <p:ph type="title"/>
          </p:nvPr>
        </p:nvSpPr>
        <p:spPr>
          <a:xfrm>
            <a:off x="950708" y="432186"/>
            <a:ext cx="7358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Data is split into training, validation, test sets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"/>
          <p:cNvSpPr txBox="1"/>
          <p:nvPr>
            <p:ph type="title"/>
          </p:nvPr>
        </p:nvSpPr>
        <p:spPr>
          <a:xfrm>
            <a:off x="950708" y="432186"/>
            <a:ext cx="7358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00" lIns="81625" spcFirstLastPara="1" rIns="81625" wrap="square" tIns="408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The Model: Linear regression example</a:t>
            </a:r>
            <a:endParaRPr/>
          </a:p>
        </p:txBody>
      </p:sp>
      <p:sp>
        <p:nvSpPr>
          <p:cNvPr id="96" name="Google Shape;96;p7"/>
          <p:cNvSpPr txBox="1"/>
          <p:nvPr>
            <p:ph idx="1" type="body"/>
          </p:nvPr>
        </p:nvSpPr>
        <p:spPr>
          <a:xfrm>
            <a:off x="457200" y="845398"/>
            <a:ext cx="8229600" cy="7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00" lIns="81625" spcFirstLastPara="1" rIns="81625" wrap="square" tIns="40800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1500"/>
              <a:t>A model is a function that approximates the observed phenomena.  It  has some (initially) unknown parameters  ( called ‘weights’) </a:t>
            </a:r>
            <a:endParaRPr sz="1500"/>
          </a:p>
          <a:p>
            <a:pPr indent="0" lvl="0" marL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descr="https://cdn-images-1.medium.com/max/800/1*XfDb8XhzTy1nVnwSy1mv6g.png" id="97" name="Google Shape;9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3936" y="1835085"/>
            <a:ext cx="2750344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7"/>
          <p:cNvSpPr txBox="1"/>
          <p:nvPr/>
        </p:nvSpPr>
        <p:spPr>
          <a:xfrm>
            <a:off x="4333550" y="1856250"/>
            <a:ext cx="3000000" cy="715500"/>
          </a:xfrm>
          <a:prstGeom prst="rect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494949"/>
                </a:solidFill>
                <a:latin typeface="Arial"/>
                <a:ea typeface="Arial"/>
                <a:cs typeface="Arial"/>
                <a:sym typeface="Arial"/>
              </a:rPr>
              <a:t>Y = </a:t>
            </a: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0.1051</a:t>
            </a:r>
            <a:r>
              <a:rPr b="0" i="0" lang="en" sz="1800" u="none" cap="none" strike="noStrike">
                <a:solidFill>
                  <a:srgbClr val="494949"/>
                </a:solidFill>
                <a:latin typeface="Arial"/>
                <a:ea typeface="Arial"/>
                <a:cs typeface="Arial"/>
                <a:sym typeface="Arial"/>
              </a:rPr>
              <a:t>*X </a:t>
            </a:r>
            <a:r>
              <a:rPr b="0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- 51.06</a:t>
            </a:r>
            <a:endParaRPr b="0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7"/>
          <p:cNvSpPr txBox="1"/>
          <p:nvPr>
            <p:ph idx="1" type="body"/>
          </p:nvPr>
        </p:nvSpPr>
        <p:spPr>
          <a:xfrm>
            <a:off x="515100" y="2700918"/>
            <a:ext cx="8229600" cy="11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00" lIns="81625" spcFirstLastPara="1" rIns="81625" wrap="square" tIns="408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Cost Function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1500"/>
              <a:t>A function that tracks the  model output’s deviation from the actual values. Needed to learn the optimal model  parameters.</a:t>
            </a:r>
            <a:endParaRPr sz="1500"/>
          </a:p>
          <a:p>
            <a:pPr indent="0" lvl="0" marL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descr="https://cdn-images-1.medium.com/max/800/1*20m_U-H6EIcxlN2k07Z7oQ.png" id="100" name="Google Shape;10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2386" y="3893385"/>
            <a:ext cx="3143250" cy="1042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8432" y="1539061"/>
            <a:ext cx="4248058" cy="22727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947" y="1539062"/>
            <a:ext cx="4789550" cy="2493564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8"/>
          <p:cNvSpPr txBox="1"/>
          <p:nvPr/>
        </p:nvSpPr>
        <p:spPr>
          <a:xfrm>
            <a:off x="733646" y="4218465"/>
            <a:ext cx="3570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 function plot with respect to input variables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8"/>
          <p:cNvSpPr txBox="1"/>
          <p:nvPr/>
        </p:nvSpPr>
        <p:spPr>
          <a:xfrm>
            <a:off x="5236996" y="4218465"/>
            <a:ext cx="3570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 function plot with respect to input variables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8"/>
          <p:cNvSpPr txBox="1"/>
          <p:nvPr/>
        </p:nvSpPr>
        <p:spPr>
          <a:xfrm>
            <a:off x="42947" y="4670081"/>
            <a:ext cx="9028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Moving in the opposite direction to gradient should lead us to the lowest point(s)!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8"/>
          <p:cNvSpPr txBox="1"/>
          <p:nvPr>
            <p:ph type="title"/>
          </p:nvPr>
        </p:nvSpPr>
        <p:spPr>
          <a:xfrm>
            <a:off x="405000" y="405001"/>
            <a:ext cx="83763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00" lIns="81625" spcFirstLastPara="1" rIns="81625" wrap="square" tIns="408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740"/>
              <a:buFont typeface="Arial"/>
              <a:buNone/>
            </a:pPr>
            <a:r>
              <a:rPr lang="en"/>
              <a:t>Gradient Descent: The best solution lies where cost function is lowest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74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5226"/>
              <a:buNone/>
            </a:pPr>
            <a:r>
              <a:t/>
            </a:r>
            <a:endParaRPr/>
          </a:p>
        </p:txBody>
      </p:sp>
      <p:sp>
        <p:nvSpPr>
          <p:cNvPr id="111" name="Google Shape;111;p8"/>
          <p:cNvSpPr txBox="1"/>
          <p:nvPr>
            <p:ph idx="1" type="body"/>
          </p:nvPr>
        </p:nvSpPr>
        <p:spPr>
          <a:xfrm>
            <a:off x="404813" y="1283186"/>
            <a:ext cx="8376300" cy="334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"/>
          <p:cNvSpPr txBox="1"/>
          <p:nvPr>
            <p:ph type="title"/>
          </p:nvPr>
        </p:nvSpPr>
        <p:spPr>
          <a:xfrm>
            <a:off x="405000" y="405001"/>
            <a:ext cx="83763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00" lIns="81625" spcFirstLastPara="1" rIns="81625" wrap="square" tIns="408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"/>
              <a:t>A mathematical model of a  single neuron</a:t>
            </a:r>
            <a:endParaRPr/>
          </a:p>
        </p:txBody>
      </p:sp>
      <p:pic>
        <p:nvPicPr>
          <p:cNvPr id="117" name="Google Shape;11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8600" y="1901850"/>
            <a:ext cx="3860195" cy="220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4800" y="1901850"/>
            <a:ext cx="4415274" cy="2278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9"/>
          <p:cNvSpPr txBox="1"/>
          <p:nvPr/>
        </p:nvSpPr>
        <p:spPr>
          <a:xfrm>
            <a:off x="1937700" y="4389125"/>
            <a:ext cx="5268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38100" marR="38100" rtl="0" algn="just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575651"/>
                </a:solidFill>
                <a:latin typeface="Arial"/>
                <a:ea typeface="Arial"/>
                <a:cs typeface="Arial"/>
                <a:sym typeface="Arial"/>
              </a:rPr>
              <a:t>A drawing of a biological neuron (left) and its mathematical model (right).</a:t>
            </a:r>
            <a:endParaRPr b="0" i="0" sz="1050" u="none" cap="none" strike="noStrike">
              <a:solidFill>
                <a:srgbClr val="57565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" name="Google Shape;120;p9"/>
          <p:cNvSpPr txBox="1"/>
          <p:nvPr>
            <p:ph idx="1" type="body"/>
          </p:nvPr>
        </p:nvSpPr>
        <p:spPr>
          <a:xfrm>
            <a:off x="404813" y="1283186"/>
            <a:ext cx="8376300" cy="334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"/>
          <p:cNvSpPr txBox="1"/>
          <p:nvPr>
            <p:ph type="title"/>
          </p:nvPr>
        </p:nvSpPr>
        <p:spPr>
          <a:xfrm>
            <a:off x="405000" y="405001"/>
            <a:ext cx="83763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00" lIns="81625" spcFirstLastPara="1" rIns="81625" wrap="square" tIns="408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"/>
              <a:t>A neural net : many layers of connected neurons </a:t>
            </a:r>
            <a:endParaRPr/>
          </a:p>
        </p:txBody>
      </p:sp>
      <p:pic>
        <p:nvPicPr>
          <p:cNvPr id="126" name="Google Shape;12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4863" y="1204200"/>
            <a:ext cx="7534275" cy="3695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7" name="Google Shape;127;p10"/>
          <p:cNvCxnSpPr/>
          <p:nvPr/>
        </p:nvCxnSpPr>
        <p:spPr>
          <a:xfrm flipH="1" rot="10800000">
            <a:off x="6665100" y="1476475"/>
            <a:ext cx="56700" cy="342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" name="Google Shape;128;p10"/>
          <p:cNvCxnSpPr/>
          <p:nvPr/>
        </p:nvCxnSpPr>
        <p:spPr>
          <a:xfrm>
            <a:off x="2123375" y="1351725"/>
            <a:ext cx="192900" cy="55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9" name="Google Shape;129;p10"/>
          <p:cNvSpPr txBox="1"/>
          <p:nvPr/>
        </p:nvSpPr>
        <p:spPr>
          <a:xfrm>
            <a:off x="1339950" y="1181400"/>
            <a:ext cx="14421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weights go here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0"/>
          <p:cNvSpPr txBox="1"/>
          <p:nvPr>
            <p:ph idx="1" type="body"/>
          </p:nvPr>
        </p:nvSpPr>
        <p:spPr>
          <a:xfrm>
            <a:off x="404813" y="1283186"/>
            <a:ext cx="8376300" cy="334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"/>
          <p:cNvSpPr txBox="1"/>
          <p:nvPr>
            <p:ph type="title"/>
          </p:nvPr>
        </p:nvSpPr>
        <p:spPr>
          <a:xfrm>
            <a:off x="405000" y="405001"/>
            <a:ext cx="83763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00" lIns="81625" spcFirstLastPara="1" rIns="81625" wrap="square" tIns="408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"/>
              <a:t>Neural networks are like management hierarchies</a:t>
            </a:r>
            <a:endParaRPr/>
          </a:p>
        </p:txBody>
      </p:sp>
      <p:pic>
        <p:nvPicPr>
          <p:cNvPr id="136" name="Google Shape;13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8501" y="1859000"/>
            <a:ext cx="5753424" cy="315480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1"/>
          <p:cNvSpPr txBox="1"/>
          <p:nvPr>
            <p:ph idx="1" type="body"/>
          </p:nvPr>
        </p:nvSpPr>
        <p:spPr>
          <a:xfrm>
            <a:off x="404813" y="1283186"/>
            <a:ext cx="8376300" cy="334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3975" y="944775"/>
            <a:ext cx="7316051" cy="411029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"/>
              <a:t>Neural networks can solve classification Problems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3"/>
          <p:cNvSpPr txBox="1"/>
          <p:nvPr>
            <p:ph type="title"/>
          </p:nvPr>
        </p:nvSpPr>
        <p:spPr>
          <a:xfrm>
            <a:off x="405000" y="405001"/>
            <a:ext cx="83763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"/>
              <a:t>Next token prediction given some text </a:t>
            </a:r>
            <a:endParaRPr/>
          </a:p>
        </p:txBody>
      </p:sp>
      <p:pic>
        <p:nvPicPr>
          <p:cNvPr id="149" name="Google Shape;14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57092" y="1017725"/>
            <a:ext cx="2821382" cy="4125776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3"/>
          <p:cNvSpPr txBox="1"/>
          <p:nvPr>
            <p:ph idx="1" type="body"/>
          </p:nvPr>
        </p:nvSpPr>
        <p:spPr>
          <a:xfrm>
            <a:off x="404813" y="1283186"/>
            <a:ext cx="8376300" cy="334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Text Processing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"/>
              <a:t>How to represent text for a Neural network?</a:t>
            </a:r>
            <a:endParaRPr/>
          </a:p>
        </p:txBody>
      </p:sp>
      <p:sp>
        <p:nvSpPr>
          <p:cNvPr id="161" name="Google Shape;16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We can represent words as discrete symbols 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Example: One hot vectors where one bit is 1, rest are 0: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hotel = [0 0 0 0 0 0 0 0 0 0 0 1 0 0 0  0]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motel = [0 0 0 1 0 0 0 0 0 0 0 0 0 0 0 0]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But: 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i="1" lang="en">
                <a:solidFill>
                  <a:schemeClr val="dk1"/>
                </a:solidFill>
                <a:highlight>
                  <a:srgbClr val="FFFFFF"/>
                </a:highlight>
              </a:rPr>
              <a:t>The vector dimension is the total # of words in the vocabulary - a problem for large vocabularies</a:t>
            </a:r>
            <a:endParaRPr i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i="1" lang="en">
                <a:solidFill>
                  <a:schemeClr val="dk1"/>
                </a:solidFill>
                <a:highlight>
                  <a:srgbClr val="FFFFFF"/>
                </a:highlight>
              </a:rPr>
              <a:t>The mapping approach  ignores word similarity completely. </a:t>
            </a:r>
            <a:endParaRPr i="1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6"/>
          <p:cNvSpPr txBox="1"/>
          <p:nvPr>
            <p:ph idx="1" type="body"/>
          </p:nvPr>
        </p:nvSpPr>
        <p:spPr>
          <a:xfrm>
            <a:off x="311700" y="388100"/>
            <a:ext cx="8520600" cy="41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i="1" lang="en" sz="1828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 One Hot Encoding Categoricals</a:t>
            </a:r>
            <a:endParaRPr i="1" sz="1828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828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books = [</a:t>
            </a:r>
            <a:r>
              <a:rPr i="1" lang="en" sz="1828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"War and Peace"</a:t>
            </a:r>
            <a:r>
              <a:rPr lang="en" sz="1828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i="1" lang="en" sz="1828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"Anna Karenina"</a:t>
            </a:r>
            <a:r>
              <a:rPr lang="en" sz="1828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endParaRPr sz="1828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828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</a:t>
            </a:r>
            <a:r>
              <a:rPr i="1" lang="en" sz="1828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"The Hitchhiker's Guide to the Galaxy"</a:t>
            </a:r>
            <a:r>
              <a:rPr lang="en" sz="1828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828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828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books_encoded = [[1, 0, 0],</a:t>
            </a:r>
            <a:endParaRPr sz="1828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828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[0, 1, 0],</a:t>
            </a:r>
            <a:endParaRPr sz="1828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828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[0, 0, 1]]</a:t>
            </a:r>
            <a:endParaRPr sz="1828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828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Similarity (dot product) between First and Second = 0</a:t>
            </a:r>
            <a:endParaRPr sz="1828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828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Similarity (dot product) between Second and Third = 0</a:t>
            </a:r>
            <a:endParaRPr sz="1828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01600" marR="101600" rtl="0" algn="l">
              <a:lnSpc>
                <a:spcPct val="135555"/>
              </a:lnSpc>
              <a:spcBef>
                <a:spcPts val="1200"/>
              </a:spcBef>
              <a:spcAft>
                <a:spcPts val="800"/>
              </a:spcAft>
              <a:buSzPts val="1800"/>
              <a:buNone/>
            </a:pPr>
            <a:r>
              <a:rPr lang="en" sz="1828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Similarity (dot product) between First and Third = 0</a:t>
            </a:r>
            <a:endParaRPr sz="1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7"/>
          <p:cNvSpPr txBox="1"/>
          <p:nvPr>
            <p:ph type="title"/>
          </p:nvPr>
        </p:nvSpPr>
        <p:spPr>
          <a:xfrm>
            <a:off x="405000" y="405001"/>
            <a:ext cx="83763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"/>
              <a:t>Word Embeddings </a:t>
            </a:r>
            <a:endParaRPr/>
          </a:p>
        </p:txBody>
      </p:sp>
      <p:sp>
        <p:nvSpPr>
          <p:cNvPr id="172" name="Google Shape;172;p17"/>
          <p:cNvSpPr txBox="1"/>
          <p:nvPr>
            <p:ph idx="1" type="body"/>
          </p:nvPr>
        </p:nvSpPr>
        <p:spPr>
          <a:xfrm>
            <a:off x="404813" y="1283186"/>
            <a:ext cx="8376300" cy="33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Words as dense, not one hot vectors where similar meanings words occur nearby: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books = [</a:t>
            </a:r>
            <a:r>
              <a:rPr i="1"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"War and Peace"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i="1"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"Anna Karenina"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</a:t>
            </a:r>
            <a:r>
              <a:rPr i="1"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"The Hitchhiker's Guide to the Galaxy"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books_encoded_ideal = [[0.53,  0.85],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[0.60,  0.80],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[-0.78, -0.62]]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Similarity (dot product) between First and Second = 0.99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Similarity (dot product) between Second and Third = -0.94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01600" marR="101600" rtl="0" algn="l">
              <a:lnSpc>
                <a:spcPct val="155555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Similarity (dot product) between First and Third = -0.97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5668" y="235425"/>
            <a:ext cx="4672676" cy="4672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9"/>
          <p:cNvSpPr txBox="1"/>
          <p:nvPr>
            <p:ph type="title"/>
          </p:nvPr>
        </p:nvSpPr>
        <p:spPr>
          <a:xfrm>
            <a:off x="405000" y="405001"/>
            <a:ext cx="83763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"/>
              <a:t>Tokenizing text inputs</a:t>
            </a:r>
            <a:endParaRPr/>
          </a:p>
        </p:txBody>
      </p:sp>
      <p:sp>
        <p:nvSpPr>
          <p:cNvPr id="183" name="Google Shape;183;p19"/>
          <p:cNvSpPr txBox="1"/>
          <p:nvPr>
            <p:ph idx="1" type="body"/>
          </p:nvPr>
        </p:nvSpPr>
        <p:spPr>
          <a:xfrm>
            <a:off x="404813" y="1283186"/>
            <a:ext cx="8376300" cy="33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Tokenizing a text is splitting it into words or subwords, which then are converted to ids through a look-up table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The tokenizer does this compression by constructing a one-to-one map of token strings (combinations of characters) to token IDs (a number).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A pretrained language model’s subword vocabulary cannot be altered: any downstream application of these models must tokenize input or generate output using the original subword vocabulary, 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"/>
              <a:t>Tokenizing Options</a:t>
            </a:r>
            <a:endParaRPr/>
          </a:p>
        </p:txBody>
      </p:sp>
      <p:sp>
        <p:nvSpPr>
          <p:cNvPr id="189" name="Google Shape;18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rPr b="1" lang="en">
                <a:solidFill>
                  <a:srgbClr val="4B5563"/>
                </a:solidFill>
                <a:highlight>
                  <a:srgbClr val="FFFFFF"/>
                </a:highlight>
              </a:rPr>
              <a:t>Word Tokenization:</a:t>
            </a:r>
            <a:r>
              <a:rPr lang="en">
                <a:solidFill>
                  <a:srgbClr val="4B5563"/>
                </a:solidFill>
                <a:highlight>
                  <a:srgbClr val="FFFFFF"/>
                </a:highlight>
              </a:rPr>
              <a:t> Splitting text along word spaces and punctuation characters</a:t>
            </a:r>
            <a:endParaRPr>
              <a:solidFill>
                <a:srgbClr val="4B556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F0000"/>
                </a:solidFill>
                <a:highlight>
                  <a:schemeClr val="lt1"/>
                </a:highlight>
              </a:rPr>
              <a:t>(-) very large vocabulary size</a:t>
            </a:r>
            <a:endParaRPr>
              <a:solidFill>
                <a:srgbClr val="4B556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46"/>
              <a:buNone/>
            </a:pPr>
            <a:r>
              <a:rPr b="1" lang="en">
                <a:solidFill>
                  <a:srgbClr val="4B5563"/>
                </a:solidFill>
                <a:highlight>
                  <a:srgbClr val="FFFFFF"/>
                </a:highlight>
              </a:rPr>
              <a:t>Character tokenization</a:t>
            </a:r>
            <a:r>
              <a:rPr lang="en">
                <a:solidFill>
                  <a:srgbClr val="4B5563"/>
                </a:solidFill>
                <a:highlight>
                  <a:srgbClr val="FFFFFF"/>
                </a:highlight>
              </a:rPr>
              <a:t>: Simple and would greatly reduce memory and time complexity.  </a:t>
            </a:r>
            <a:br>
              <a:rPr lang="en">
                <a:solidFill>
                  <a:srgbClr val="4B5563"/>
                </a:solidFill>
                <a:highlight>
                  <a:srgbClr val="FFFFFF"/>
                </a:highlight>
              </a:rPr>
            </a:br>
            <a:r>
              <a:rPr lang="en">
                <a:solidFill>
                  <a:srgbClr val="FF0000"/>
                </a:solidFill>
                <a:highlight>
                  <a:srgbClr val="FFFFFF"/>
                </a:highlight>
              </a:rPr>
              <a:t>(-)</a:t>
            </a:r>
            <a:r>
              <a:rPr lang="en">
                <a:solidFill>
                  <a:srgbClr val="4B5563"/>
                </a:solidFill>
                <a:highlight>
                  <a:srgbClr val="FFFFFF"/>
                </a:highlight>
              </a:rPr>
              <a:t> But </a:t>
            </a:r>
            <a:r>
              <a:rPr lang="en">
                <a:solidFill>
                  <a:srgbClr val="FF0000"/>
                </a:solidFill>
                <a:highlight>
                  <a:srgbClr val="FFFFFF"/>
                </a:highlight>
              </a:rPr>
              <a:t>makes it  hard for the model to learn meaningful input representations</a:t>
            </a:r>
            <a:r>
              <a:rPr lang="en">
                <a:solidFill>
                  <a:srgbClr val="4B5563"/>
                </a:solidFill>
                <a:highlight>
                  <a:srgbClr val="FFFFFF"/>
                </a:highlight>
              </a:rPr>
              <a:t>. ‘T’  in itself means nothing  compared to ‘Today’ . </a:t>
            </a:r>
            <a:br>
              <a:rPr lang="en">
                <a:solidFill>
                  <a:srgbClr val="4B5563"/>
                </a:solidFill>
                <a:highlight>
                  <a:srgbClr val="FFFFFF"/>
                </a:highlight>
              </a:rPr>
            </a:br>
            <a:r>
              <a:rPr lang="en">
                <a:solidFill>
                  <a:srgbClr val="FF0000"/>
                </a:solidFill>
                <a:highlight>
                  <a:srgbClr val="FFFFFF"/>
                </a:highlight>
              </a:rPr>
              <a:t>(-) Very long sequences </a:t>
            </a: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46"/>
              <a:buNone/>
            </a:pPr>
            <a:r>
              <a:rPr b="1" lang="en">
                <a:solidFill>
                  <a:srgbClr val="4B5563"/>
                </a:solidFill>
                <a:highlight>
                  <a:srgbClr val="FFFFFF"/>
                </a:highlight>
              </a:rPr>
              <a:t>Subword tokenization</a:t>
            </a:r>
            <a:r>
              <a:rPr lang="en">
                <a:solidFill>
                  <a:srgbClr val="4B5563"/>
                </a:solidFill>
                <a:highlight>
                  <a:srgbClr val="FFFFFF"/>
                </a:highlight>
              </a:rPr>
              <a:t> Frequently used words should not be split into smaller subwords but rare words should be decomposed into meaningful subwords</a:t>
            </a:r>
            <a:endParaRPr>
              <a:solidFill>
                <a:srgbClr val="4B556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946"/>
              <a:buNone/>
            </a:pPr>
            <a:r>
              <a:rPr b="1" lang="en">
                <a:solidFill>
                  <a:srgbClr val="4B5563"/>
                </a:solidFill>
                <a:highlight>
                  <a:srgbClr val="FFFFFF"/>
                </a:highlight>
              </a:rPr>
              <a:t>Unigram Lang Model Tokenization : </a:t>
            </a:r>
            <a:r>
              <a:rPr lang="en">
                <a:solidFill>
                  <a:srgbClr val="4B5563"/>
                </a:solidFill>
                <a:highlight>
                  <a:srgbClr val="FFFFFF"/>
                </a:highlight>
              </a:rPr>
              <a:t>Begin with a superset of the final vocabulary, pruning it to desired size: (+)  Semantically relevant affixes</a:t>
            </a:r>
            <a:endParaRPr>
              <a:solidFill>
                <a:srgbClr val="4B5563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b9e6d2fc4f_0_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Transformer Architecture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b9e6d2fc4f_0_9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99CC"/>
                </a:solidFill>
              </a:rPr>
              <a:t>word2vec  style word embeddings are not enough...</a:t>
            </a:r>
            <a:endParaRPr>
              <a:solidFill>
                <a:srgbClr val="0099CC"/>
              </a:solidFill>
            </a:endParaRPr>
          </a:p>
        </p:txBody>
      </p:sp>
      <p:sp>
        <p:nvSpPr>
          <p:cNvPr id="200" name="Google Shape;200;g3b9e6d2fc4f_0_949"/>
          <p:cNvSpPr txBox="1"/>
          <p:nvPr>
            <p:ph idx="1" type="body"/>
          </p:nvPr>
        </p:nvSpPr>
        <p:spPr>
          <a:xfrm>
            <a:off x="311700" y="1152475"/>
            <a:ext cx="8520600" cy="172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457200" rtl="0" algn="l">
              <a:spcBef>
                <a:spcPts val="80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Words are not discrete symbols</a:t>
            </a:r>
            <a:endParaRPr/>
          </a:p>
          <a:p>
            <a:pPr indent="457200" lvl="0" marL="457200" rtl="0" algn="l">
              <a:lnSpc>
                <a:spcPct val="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There are some new </a:t>
            </a:r>
            <a:r>
              <a:rPr lang="en">
                <a:solidFill>
                  <a:srgbClr val="4A86E8"/>
                </a:solidFill>
              </a:rPr>
              <a:t>faces </a:t>
            </a:r>
            <a:r>
              <a:rPr lang="en"/>
              <a:t>in the office</a:t>
            </a:r>
            <a:endParaRPr/>
          </a:p>
          <a:p>
            <a:pPr indent="457200" lvl="0" marL="457200" rtl="0" algn="l">
              <a:lnSpc>
                <a:spcPct val="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He had to save </a:t>
            </a:r>
            <a:r>
              <a:rPr lang="en">
                <a:solidFill>
                  <a:srgbClr val="4A86E8"/>
                </a:solidFill>
              </a:rPr>
              <a:t>face</a:t>
            </a:r>
            <a:endParaRPr>
              <a:solidFill>
                <a:srgbClr val="4A86E8"/>
              </a:solidFill>
            </a:endParaRPr>
          </a:p>
          <a:p>
            <a:pPr indent="457200" lvl="0" marL="457200" rtl="0" algn="l">
              <a:lnSpc>
                <a:spcPct val="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A86E8"/>
                </a:solidFill>
              </a:rPr>
              <a:t>Face </a:t>
            </a:r>
            <a:r>
              <a:rPr lang="en"/>
              <a:t>the problem.</a:t>
            </a:r>
            <a:endParaRPr/>
          </a:p>
          <a:p>
            <a:pPr indent="-361950" lvl="0" marL="457200" rtl="0" algn="l">
              <a:spcBef>
                <a:spcPts val="80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Consider the wider context (interactions between words) for disambiguation. </a:t>
            </a:r>
            <a:endParaRPr/>
          </a:p>
        </p:txBody>
      </p:sp>
      <p:sp>
        <p:nvSpPr>
          <p:cNvPr id="201" name="Google Shape;201;g3b9e6d2fc4f_0_949"/>
          <p:cNvSpPr txBox="1"/>
          <p:nvPr/>
        </p:nvSpPr>
        <p:spPr>
          <a:xfrm>
            <a:off x="3459250" y="4748900"/>
            <a:ext cx="568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2"/>
                </a:solidFill>
              </a:rPr>
              <a:t> Sources: talk by Felix Hill, Deepmind &amp; Stanford  NLP seminar slides</a:t>
            </a:r>
            <a:endParaRPr sz="1000"/>
          </a:p>
        </p:txBody>
      </p:sp>
      <p:pic>
        <p:nvPicPr>
          <p:cNvPr id="202" name="Google Shape;202;g3b9e6d2fc4f_0_9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8300" y="2744600"/>
            <a:ext cx="7046600" cy="105122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g3b9e6d2fc4f_0_949"/>
          <p:cNvSpPr txBox="1"/>
          <p:nvPr/>
        </p:nvSpPr>
        <p:spPr>
          <a:xfrm>
            <a:off x="371000" y="3795825"/>
            <a:ext cx="83604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Important interactions can be non local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“How meanings combine depends on those meanings” (Eg:</a:t>
            </a:r>
            <a:r>
              <a:rPr lang="en" sz="1600">
                <a:solidFill>
                  <a:srgbClr val="FF9900"/>
                </a:solidFill>
                <a:highlight>
                  <a:srgbClr val="FFFFFF"/>
                </a:highlight>
              </a:rPr>
              <a:t>under the weather</a:t>
            </a:r>
            <a:r>
              <a:rPr lang="en" sz="1600">
                <a:solidFill>
                  <a:schemeClr val="dk2"/>
                </a:solidFill>
              </a:rPr>
              <a:t>)</a:t>
            </a:r>
            <a:endParaRPr sz="16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b9e6d2fc4f_0_1029"/>
          <p:cNvSpPr txBox="1"/>
          <p:nvPr>
            <p:ph type="title"/>
          </p:nvPr>
        </p:nvSpPr>
        <p:spPr>
          <a:xfrm>
            <a:off x="311700" y="445025"/>
            <a:ext cx="8520600" cy="91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highlight>
                  <a:srgbClr val="FFFFFF"/>
                </a:highlight>
              </a:rPr>
              <a:t>Attention during a translation task</a:t>
            </a:r>
            <a:endParaRPr sz="2500">
              <a:solidFill>
                <a:srgbClr val="0099CC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099CC"/>
              </a:solidFill>
            </a:endParaRPr>
          </a:p>
        </p:txBody>
      </p:sp>
      <p:pic>
        <p:nvPicPr>
          <p:cNvPr id="209" name="Google Shape;209;g3b9e6d2fc4f_0_10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5788" y="1246650"/>
            <a:ext cx="3612419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b9e6d2fc4f_0_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layers  to generate 3 new  activations:  </a:t>
            </a:r>
            <a:r>
              <a:rPr lang="en">
                <a:solidFill>
                  <a:srgbClr val="0099CC"/>
                </a:solidFill>
              </a:rPr>
              <a:t>Q,K,V</a:t>
            </a:r>
            <a:r>
              <a:rPr lang="en"/>
              <a:t>  </a:t>
            </a:r>
            <a:endParaRPr>
              <a:solidFill>
                <a:srgbClr val="0099CC"/>
              </a:solidFill>
            </a:endParaRPr>
          </a:p>
        </p:txBody>
      </p:sp>
      <p:pic>
        <p:nvPicPr>
          <p:cNvPr id="215" name="Google Shape;215;g3b9e6d2fc4f_0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7738" y="1154825"/>
            <a:ext cx="7268537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b9e6d2fc4f_0_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99CC"/>
                </a:solidFill>
              </a:rPr>
              <a:t>Self attention </a:t>
            </a:r>
            <a:endParaRPr>
              <a:solidFill>
                <a:srgbClr val="0099CC"/>
              </a:solidFill>
            </a:endParaRPr>
          </a:p>
        </p:txBody>
      </p:sp>
      <p:grpSp>
        <p:nvGrpSpPr>
          <p:cNvPr id="221" name="Google Shape;221;g3b9e6d2fc4f_0_21"/>
          <p:cNvGrpSpPr/>
          <p:nvPr/>
        </p:nvGrpSpPr>
        <p:grpSpPr>
          <a:xfrm>
            <a:off x="1123069" y="2751141"/>
            <a:ext cx="1246449" cy="321864"/>
            <a:chOff x="1148100" y="3735150"/>
            <a:chExt cx="1500300" cy="398100"/>
          </a:xfrm>
        </p:grpSpPr>
        <p:sp>
          <p:nvSpPr>
            <p:cNvPr id="222" name="Google Shape;222;g3b9e6d2fc4f_0_21"/>
            <p:cNvSpPr/>
            <p:nvPr/>
          </p:nvSpPr>
          <p:spPr>
            <a:xfrm>
              <a:off x="1148100" y="3735150"/>
              <a:ext cx="1500300" cy="3981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g3b9e6d2fc4f_0_21"/>
            <p:cNvSpPr/>
            <p:nvPr/>
          </p:nvSpPr>
          <p:spPr>
            <a:xfrm>
              <a:off x="12858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g3b9e6d2fc4f_0_21"/>
            <p:cNvSpPr/>
            <p:nvPr/>
          </p:nvSpPr>
          <p:spPr>
            <a:xfrm>
              <a:off x="16066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g3b9e6d2fc4f_0_21"/>
            <p:cNvSpPr/>
            <p:nvPr/>
          </p:nvSpPr>
          <p:spPr>
            <a:xfrm>
              <a:off x="19274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g3b9e6d2fc4f_0_21"/>
            <p:cNvSpPr/>
            <p:nvPr/>
          </p:nvSpPr>
          <p:spPr>
            <a:xfrm>
              <a:off x="22482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7" name="Google Shape;227;g3b9e6d2fc4f_0_21"/>
          <p:cNvGrpSpPr/>
          <p:nvPr/>
        </p:nvGrpSpPr>
        <p:grpSpPr>
          <a:xfrm>
            <a:off x="1123069" y="3146909"/>
            <a:ext cx="1246449" cy="321864"/>
            <a:chOff x="1148100" y="3735150"/>
            <a:chExt cx="1500300" cy="398100"/>
          </a:xfrm>
        </p:grpSpPr>
        <p:sp>
          <p:nvSpPr>
            <p:cNvPr id="228" name="Google Shape;228;g3b9e6d2fc4f_0_21"/>
            <p:cNvSpPr/>
            <p:nvPr/>
          </p:nvSpPr>
          <p:spPr>
            <a:xfrm>
              <a:off x="1148100" y="3735150"/>
              <a:ext cx="1500300" cy="3981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g3b9e6d2fc4f_0_21"/>
            <p:cNvSpPr/>
            <p:nvPr/>
          </p:nvSpPr>
          <p:spPr>
            <a:xfrm>
              <a:off x="12858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g3b9e6d2fc4f_0_21"/>
            <p:cNvSpPr/>
            <p:nvPr/>
          </p:nvSpPr>
          <p:spPr>
            <a:xfrm>
              <a:off x="16066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g3b9e6d2fc4f_0_21"/>
            <p:cNvSpPr/>
            <p:nvPr/>
          </p:nvSpPr>
          <p:spPr>
            <a:xfrm>
              <a:off x="19274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g3b9e6d2fc4f_0_21"/>
            <p:cNvSpPr/>
            <p:nvPr/>
          </p:nvSpPr>
          <p:spPr>
            <a:xfrm>
              <a:off x="22482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3" name="Google Shape;233;g3b9e6d2fc4f_0_21"/>
          <p:cNvGrpSpPr/>
          <p:nvPr/>
        </p:nvGrpSpPr>
        <p:grpSpPr>
          <a:xfrm>
            <a:off x="1123069" y="3542678"/>
            <a:ext cx="1246449" cy="321864"/>
            <a:chOff x="1148100" y="3735150"/>
            <a:chExt cx="1500300" cy="398100"/>
          </a:xfrm>
        </p:grpSpPr>
        <p:sp>
          <p:nvSpPr>
            <p:cNvPr id="234" name="Google Shape;234;g3b9e6d2fc4f_0_21"/>
            <p:cNvSpPr/>
            <p:nvPr/>
          </p:nvSpPr>
          <p:spPr>
            <a:xfrm>
              <a:off x="1148100" y="3735150"/>
              <a:ext cx="1500300" cy="3981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g3b9e6d2fc4f_0_21"/>
            <p:cNvSpPr/>
            <p:nvPr/>
          </p:nvSpPr>
          <p:spPr>
            <a:xfrm>
              <a:off x="12858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g3b9e6d2fc4f_0_21"/>
            <p:cNvSpPr/>
            <p:nvPr/>
          </p:nvSpPr>
          <p:spPr>
            <a:xfrm>
              <a:off x="16066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g3b9e6d2fc4f_0_21"/>
            <p:cNvSpPr/>
            <p:nvPr/>
          </p:nvSpPr>
          <p:spPr>
            <a:xfrm>
              <a:off x="19274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g3b9e6d2fc4f_0_21"/>
            <p:cNvSpPr/>
            <p:nvPr/>
          </p:nvSpPr>
          <p:spPr>
            <a:xfrm>
              <a:off x="22482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9" name="Google Shape;239;g3b9e6d2fc4f_0_21"/>
          <p:cNvSpPr txBox="1"/>
          <p:nvPr/>
        </p:nvSpPr>
        <p:spPr>
          <a:xfrm>
            <a:off x="473900" y="2750351"/>
            <a:ext cx="29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C78D8"/>
                </a:solidFill>
              </a:rPr>
              <a:t>Q</a:t>
            </a:r>
            <a:endParaRPr b="1">
              <a:solidFill>
                <a:srgbClr val="3C78D8"/>
              </a:solidFill>
            </a:endParaRPr>
          </a:p>
        </p:txBody>
      </p:sp>
      <p:grpSp>
        <p:nvGrpSpPr>
          <p:cNvPr id="240" name="Google Shape;240;g3b9e6d2fc4f_0_21"/>
          <p:cNvGrpSpPr/>
          <p:nvPr/>
        </p:nvGrpSpPr>
        <p:grpSpPr>
          <a:xfrm>
            <a:off x="951404" y="4013568"/>
            <a:ext cx="1310005" cy="463028"/>
            <a:chOff x="811325" y="4332175"/>
            <a:chExt cx="1576800" cy="572700"/>
          </a:xfrm>
        </p:grpSpPr>
        <p:sp>
          <p:nvSpPr>
            <p:cNvPr id="241" name="Google Shape;241;g3b9e6d2fc4f_0_21"/>
            <p:cNvSpPr/>
            <p:nvPr/>
          </p:nvSpPr>
          <p:spPr>
            <a:xfrm>
              <a:off x="811325" y="4332175"/>
              <a:ext cx="1576800" cy="5727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42" name="Google Shape;242;g3b9e6d2fc4f_0_21"/>
            <p:cNvGrpSpPr/>
            <p:nvPr/>
          </p:nvGrpSpPr>
          <p:grpSpPr>
            <a:xfrm>
              <a:off x="1007625" y="4529750"/>
              <a:ext cx="1176600" cy="226500"/>
              <a:chOff x="1285875" y="3842325"/>
              <a:chExt cx="1176600" cy="226500"/>
            </a:xfrm>
          </p:grpSpPr>
          <p:sp>
            <p:nvSpPr>
              <p:cNvPr id="243" name="Google Shape;243;g3b9e6d2fc4f_0_21"/>
              <p:cNvSpPr/>
              <p:nvPr/>
            </p:nvSpPr>
            <p:spPr>
              <a:xfrm>
                <a:off x="1285875" y="3842325"/>
                <a:ext cx="214200" cy="2265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g3b9e6d2fc4f_0_21"/>
              <p:cNvSpPr/>
              <p:nvPr/>
            </p:nvSpPr>
            <p:spPr>
              <a:xfrm>
                <a:off x="1606675" y="3842325"/>
                <a:ext cx="214200" cy="2265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g3b9e6d2fc4f_0_21"/>
              <p:cNvSpPr/>
              <p:nvPr/>
            </p:nvSpPr>
            <p:spPr>
              <a:xfrm>
                <a:off x="1927475" y="3842325"/>
                <a:ext cx="214200" cy="2265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g3b9e6d2fc4f_0_21"/>
              <p:cNvSpPr/>
              <p:nvPr/>
            </p:nvSpPr>
            <p:spPr>
              <a:xfrm>
                <a:off x="2248275" y="3842325"/>
                <a:ext cx="214200" cy="2265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47" name="Google Shape;247;g3b9e6d2fc4f_0_21"/>
          <p:cNvSpPr txBox="1"/>
          <p:nvPr/>
        </p:nvSpPr>
        <p:spPr>
          <a:xfrm>
            <a:off x="473900" y="3146120"/>
            <a:ext cx="35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K</a:t>
            </a:r>
            <a:endParaRPr b="1">
              <a:solidFill>
                <a:srgbClr val="980000"/>
              </a:solidFill>
            </a:endParaRPr>
          </a:p>
        </p:txBody>
      </p:sp>
      <p:sp>
        <p:nvSpPr>
          <p:cNvPr id="248" name="Google Shape;248;g3b9e6d2fc4f_0_21"/>
          <p:cNvSpPr txBox="1"/>
          <p:nvPr/>
        </p:nvSpPr>
        <p:spPr>
          <a:xfrm>
            <a:off x="473900" y="3541888"/>
            <a:ext cx="29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8761D"/>
                </a:solidFill>
              </a:rPr>
              <a:t>V</a:t>
            </a:r>
            <a:endParaRPr b="1">
              <a:solidFill>
                <a:srgbClr val="38761D"/>
              </a:solidFill>
            </a:endParaRPr>
          </a:p>
        </p:txBody>
      </p:sp>
      <p:cxnSp>
        <p:nvCxnSpPr>
          <p:cNvPr id="249" name="Google Shape;249;g3b9e6d2fc4f_0_21"/>
          <p:cNvCxnSpPr>
            <a:stCxn id="241" idx="1"/>
            <a:endCxn id="222" idx="1"/>
          </p:cNvCxnSpPr>
          <p:nvPr/>
        </p:nvCxnSpPr>
        <p:spPr>
          <a:xfrm flipH="1" rot="10800000">
            <a:off x="951404" y="2912182"/>
            <a:ext cx="171600" cy="1332900"/>
          </a:xfrm>
          <a:prstGeom prst="bentConnector3">
            <a:avLst>
              <a:gd fmla="val -115203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0" name="Google Shape;250;g3b9e6d2fc4f_0_21"/>
          <p:cNvCxnSpPr>
            <a:stCxn id="241" idx="1"/>
            <a:endCxn id="234" idx="1"/>
          </p:cNvCxnSpPr>
          <p:nvPr/>
        </p:nvCxnSpPr>
        <p:spPr>
          <a:xfrm flipH="1" rot="10800000">
            <a:off x="951404" y="3703582"/>
            <a:ext cx="171600" cy="541500"/>
          </a:xfrm>
          <a:prstGeom prst="bentConnector3">
            <a:avLst>
              <a:gd fmla="val -115203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1" name="Google Shape;251;g3b9e6d2fc4f_0_21"/>
          <p:cNvCxnSpPr>
            <a:stCxn id="241" idx="1"/>
            <a:endCxn id="229" idx="1"/>
          </p:cNvCxnSpPr>
          <p:nvPr/>
        </p:nvCxnSpPr>
        <p:spPr>
          <a:xfrm flipH="1" rot="10800000">
            <a:off x="951404" y="3324982"/>
            <a:ext cx="286200" cy="920100"/>
          </a:xfrm>
          <a:prstGeom prst="bentConnector3">
            <a:avLst>
              <a:gd fmla="val -69142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52" name="Google Shape;252;g3b9e6d2fc4f_0_21"/>
          <p:cNvSpPr txBox="1"/>
          <p:nvPr/>
        </p:nvSpPr>
        <p:spPr>
          <a:xfrm>
            <a:off x="1255275" y="4743300"/>
            <a:ext cx="10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</a:t>
            </a:r>
            <a:endParaRPr/>
          </a:p>
        </p:txBody>
      </p:sp>
      <p:sp>
        <p:nvSpPr>
          <p:cNvPr id="253" name="Google Shape;253;g3b9e6d2fc4f_0_21"/>
          <p:cNvSpPr txBox="1"/>
          <p:nvPr/>
        </p:nvSpPr>
        <p:spPr>
          <a:xfrm>
            <a:off x="3706650" y="4743300"/>
            <a:ext cx="86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Sun</a:t>
            </a:r>
            <a:endParaRPr/>
          </a:p>
        </p:txBody>
      </p:sp>
      <p:sp>
        <p:nvSpPr>
          <p:cNvPr id="254" name="Google Shape;254;g3b9e6d2fc4f_0_21"/>
          <p:cNvSpPr txBox="1"/>
          <p:nvPr/>
        </p:nvSpPr>
        <p:spPr>
          <a:xfrm>
            <a:off x="5866925" y="4743300"/>
            <a:ext cx="58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also</a:t>
            </a:r>
            <a:endParaRPr/>
          </a:p>
        </p:txBody>
      </p:sp>
      <p:sp>
        <p:nvSpPr>
          <p:cNvPr id="255" name="Google Shape;255;g3b9e6d2fc4f_0_21"/>
          <p:cNvSpPr txBox="1"/>
          <p:nvPr/>
        </p:nvSpPr>
        <p:spPr>
          <a:xfrm>
            <a:off x="8118575" y="4740125"/>
            <a:ext cx="86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rises</a:t>
            </a:r>
            <a:endParaRPr/>
          </a:p>
        </p:txBody>
      </p:sp>
      <p:grpSp>
        <p:nvGrpSpPr>
          <p:cNvPr id="256" name="Google Shape;256;g3b9e6d2fc4f_0_21"/>
          <p:cNvGrpSpPr/>
          <p:nvPr/>
        </p:nvGrpSpPr>
        <p:grpSpPr>
          <a:xfrm>
            <a:off x="3374724" y="2751989"/>
            <a:ext cx="1246449" cy="321864"/>
            <a:chOff x="1148100" y="3735150"/>
            <a:chExt cx="1500300" cy="398100"/>
          </a:xfrm>
        </p:grpSpPr>
        <p:sp>
          <p:nvSpPr>
            <p:cNvPr id="257" name="Google Shape;257;g3b9e6d2fc4f_0_21"/>
            <p:cNvSpPr/>
            <p:nvPr/>
          </p:nvSpPr>
          <p:spPr>
            <a:xfrm>
              <a:off x="1148100" y="3735150"/>
              <a:ext cx="1500300" cy="3981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g3b9e6d2fc4f_0_21"/>
            <p:cNvSpPr/>
            <p:nvPr/>
          </p:nvSpPr>
          <p:spPr>
            <a:xfrm>
              <a:off x="12858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g3b9e6d2fc4f_0_21"/>
            <p:cNvSpPr/>
            <p:nvPr/>
          </p:nvSpPr>
          <p:spPr>
            <a:xfrm>
              <a:off x="16066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g3b9e6d2fc4f_0_21"/>
            <p:cNvSpPr/>
            <p:nvPr/>
          </p:nvSpPr>
          <p:spPr>
            <a:xfrm>
              <a:off x="19274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g3b9e6d2fc4f_0_21"/>
            <p:cNvSpPr/>
            <p:nvPr/>
          </p:nvSpPr>
          <p:spPr>
            <a:xfrm>
              <a:off x="22482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2" name="Google Shape;262;g3b9e6d2fc4f_0_21"/>
          <p:cNvGrpSpPr/>
          <p:nvPr/>
        </p:nvGrpSpPr>
        <p:grpSpPr>
          <a:xfrm>
            <a:off x="3374724" y="3147758"/>
            <a:ext cx="1246449" cy="321864"/>
            <a:chOff x="1148100" y="3735150"/>
            <a:chExt cx="1500300" cy="398100"/>
          </a:xfrm>
        </p:grpSpPr>
        <p:sp>
          <p:nvSpPr>
            <p:cNvPr id="263" name="Google Shape;263;g3b9e6d2fc4f_0_21"/>
            <p:cNvSpPr/>
            <p:nvPr/>
          </p:nvSpPr>
          <p:spPr>
            <a:xfrm>
              <a:off x="1148100" y="3735150"/>
              <a:ext cx="1500300" cy="3981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g3b9e6d2fc4f_0_21"/>
            <p:cNvSpPr/>
            <p:nvPr/>
          </p:nvSpPr>
          <p:spPr>
            <a:xfrm>
              <a:off x="12858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g3b9e6d2fc4f_0_21"/>
            <p:cNvSpPr/>
            <p:nvPr/>
          </p:nvSpPr>
          <p:spPr>
            <a:xfrm>
              <a:off x="16066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g3b9e6d2fc4f_0_21"/>
            <p:cNvSpPr/>
            <p:nvPr/>
          </p:nvSpPr>
          <p:spPr>
            <a:xfrm>
              <a:off x="19274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g3b9e6d2fc4f_0_21"/>
            <p:cNvSpPr/>
            <p:nvPr/>
          </p:nvSpPr>
          <p:spPr>
            <a:xfrm>
              <a:off x="22482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8" name="Google Shape;268;g3b9e6d2fc4f_0_21"/>
          <p:cNvGrpSpPr/>
          <p:nvPr/>
        </p:nvGrpSpPr>
        <p:grpSpPr>
          <a:xfrm>
            <a:off x="3374724" y="3543527"/>
            <a:ext cx="1246449" cy="321864"/>
            <a:chOff x="1148100" y="3735150"/>
            <a:chExt cx="1500300" cy="398100"/>
          </a:xfrm>
        </p:grpSpPr>
        <p:sp>
          <p:nvSpPr>
            <p:cNvPr id="269" name="Google Shape;269;g3b9e6d2fc4f_0_21"/>
            <p:cNvSpPr/>
            <p:nvPr/>
          </p:nvSpPr>
          <p:spPr>
            <a:xfrm>
              <a:off x="1148100" y="3735150"/>
              <a:ext cx="1500300" cy="3981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g3b9e6d2fc4f_0_21"/>
            <p:cNvSpPr/>
            <p:nvPr/>
          </p:nvSpPr>
          <p:spPr>
            <a:xfrm>
              <a:off x="12858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g3b9e6d2fc4f_0_21"/>
            <p:cNvSpPr/>
            <p:nvPr/>
          </p:nvSpPr>
          <p:spPr>
            <a:xfrm>
              <a:off x="16066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g3b9e6d2fc4f_0_21"/>
            <p:cNvSpPr/>
            <p:nvPr/>
          </p:nvSpPr>
          <p:spPr>
            <a:xfrm>
              <a:off x="19274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g3b9e6d2fc4f_0_21"/>
            <p:cNvSpPr/>
            <p:nvPr/>
          </p:nvSpPr>
          <p:spPr>
            <a:xfrm>
              <a:off x="22482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4" name="Google Shape;274;g3b9e6d2fc4f_0_21"/>
          <p:cNvSpPr txBox="1"/>
          <p:nvPr/>
        </p:nvSpPr>
        <p:spPr>
          <a:xfrm>
            <a:off x="2725554" y="2751200"/>
            <a:ext cx="29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C78D8"/>
                </a:solidFill>
              </a:rPr>
              <a:t>Q</a:t>
            </a:r>
            <a:endParaRPr b="1">
              <a:solidFill>
                <a:srgbClr val="3C78D8"/>
              </a:solidFill>
            </a:endParaRPr>
          </a:p>
        </p:txBody>
      </p:sp>
      <p:grpSp>
        <p:nvGrpSpPr>
          <p:cNvPr id="275" name="Google Shape;275;g3b9e6d2fc4f_0_21"/>
          <p:cNvGrpSpPr/>
          <p:nvPr/>
        </p:nvGrpSpPr>
        <p:grpSpPr>
          <a:xfrm>
            <a:off x="3203058" y="4014417"/>
            <a:ext cx="1310005" cy="463028"/>
            <a:chOff x="811325" y="4332175"/>
            <a:chExt cx="1576800" cy="572700"/>
          </a:xfrm>
        </p:grpSpPr>
        <p:sp>
          <p:nvSpPr>
            <p:cNvPr id="276" name="Google Shape;276;g3b9e6d2fc4f_0_21"/>
            <p:cNvSpPr/>
            <p:nvPr/>
          </p:nvSpPr>
          <p:spPr>
            <a:xfrm>
              <a:off x="811325" y="4332175"/>
              <a:ext cx="1576800" cy="5727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77" name="Google Shape;277;g3b9e6d2fc4f_0_21"/>
            <p:cNvGrpSpPr/>
            <p:nvPr/>
          </p:nvGrpSpPr>
          <p:grpSpPr>
            <a:xfrm>
              <a:off x="1007625" y="4529750"/>
              <a:ext cx="1176600" cy="226500"/>
              <a:chOff x="1285875" y="3842325"/>
              <a:chExt cx="1176600" cy="226500"/>
            </a:xfrm>
          </p:grpSpPr>
          <p:sp>
            <p:nvSpPr>
              <p:cNvPr id="278" name="Google Shape;278;g3b9e6d2fc4f_0_21"/>
              <p:cNvSpPr/>
              <p:nvPr/>
            </p:nvSpPr>
            <p:spPr>
              <a:xfrm>
                <a:off x="1285875" y="3842325"/>
                <a:ext cx="214200" cy="2265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g3b9e6d2fc4f_0_21"/>
              <p:cNvSpPr/>
              <p:nvPr/>
            </p:nvSpPr>
            <p:spPr>
              <a:xfrm>
                <a:off x="1606675" y="3842325"/>
                <a:ext cx="214200" cy="2265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g3b9e6d2fc4f_0_21"/>
              <p:cNvSpPr/>
              <p:nvPr/>
            </p:nvSpPr>
            <p:spPr>
              <a:xfrm>
                <a:off x="1927475" y="3842325"/>
                <a:ext cx="214200" cy="2265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" name="Google Shape;281;g3b9e6d2fc4f_0_21"/>
              <p:cNvSpPr/>
              <p:nvPr/>
            </p:nvSpPr>
            <p:spPr>
              <a:xfrm>
                <a:off x="2248275" y="3842325"/>
                <a:ext cx="214200" cy="2265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82" name="Google Shape;282;g3b9e6d2fc4f_0_21"/>
          <p:cNvSpPr txBox="1"/>
          <p:nvPr/>
        </p:nvSpPr>
        <p:spPr>
          <a:xfrm>
            <a:off x="2725554" y="3146969"/>
            <a:ext cx="35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K</a:t>
            </a:r>
            <a:endParaRPr b="1">
              <a:solidFill>
                <a:srgbClr val="980000"/>
              </a:solidFill>
            </a:endParaRPr>
          </a:p>
        </p:txBody>
      </p:sp>
      <p:sp>
        <p:nvSpPr>
          <p:cNvPr id="283" name="Google Shape;283;g3b9e6d2fc4f_0_21"/>
          <p:cNvSpPr txBox="1"/>
          <p:nvPr/>
        </p:nvSpPr>
        <p:spPr>
          <a:xfrm>
            <a:off x="2725554" y="3542737"/>
            <a:ext cx="29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8761D"/>
                </a:solidFill>
              </a:rPr>
              <a:t>V</a:t>
            </a:r>
            <a:endParaRPr b="1">
              <a:solidFill>
                <a:srgbClr val="38761D"/>
              </a:solidFill>
            </a:endParaRPr>
          </a:p>
        </p:txBody>
      </p:sp>
      <p:cxnSp>
        <p:nvCxnSpPr>
          <p:cNvPr id="284" name="Google Shape;284;g3b9e6d2fc4f_0_21"/>
          <p:cNvCxnSpPr>
            <a:stCxn id="276" idx="1"/>
            <a:endCxn id="257" idx="1"/>
          </p:cNvCxnSpPr>
          <p:nvPr/>
        </p:nvCxnSpPr>
        <p:spPr>
          <a:xfrm flipH="1" rot="10800000">
            <a:off x="3203058" y="2913031"/>
            <a:ext cx="171600" cy="1332900"/>
          </a:xfrm>
          <a:prstGeom prst="bentConnector3">
            <a:avLst>
              <a:gd fmla="val -115203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5" name="Google Shape;285;g3b9e6d2fc4f_0_21"/>
          <p:cNvCxnSpPr>
            <a:stCxn id="276" idx="1"/>
            <a:endCxn id="269" idx="1"/>
          </p:cNvCxnSpPr>
          <p:nvPr/>
        </p:nvCxnSpPr>
        <p:spPr>
          <a:xfrm flipH="1" rot="10800000">
            <a:off x="3203058" y="3704431"/>
            <a:ext cx="171600" cy="541500"/>
          </a:xfrm>
          <a:prstGeom prst="bentConnector3">
            <a:avLst>
              <a:gd fmla="val -115203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6" name="Google Shape;286;g3b9e6d2fc4f_0_21"/>
          <p:cNvCxnSpPr>
            <a:stCxn id="276" idx="1"/>
            <a:endCxn id="264" idx="1"/>
          </p:cNvCxnSpPr>
          <p:nvPr/>
        </p:nvCxnSpPr>
        <p:spPr>
          <a:xfrm flipH="1" rot="10800000">
            <a:off x="3203058" y="3325831"/>
            <a:ext cx="286200" cy="920100"/>
          </a:xfrm>
          <a:prstGeom prst="bentConnector3">
            <a:avLst>
              <a:gd fmla="val -69142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grpSp>
        <p:nvGrpSpPr>
          <p:cNvPr id="287" name="Google Shape;287;g3b9e6d2fc4f_0_21"/>
          <p:cNvGrpSpPr/>
          <p:nvPr/>
        </p:nvGrpSpPr>
        <p:grpSpPr>
          <a:xfrm>
            <a:off x="5535012" y="2752838"/>
            <a:ext cx="1246449" cy="321864"/>
            <a:chOff x="1148100" y="3735150"/>
            <a:chExt cx="1500300" cy="398100"/>
          </a:xfrm>
        </p:grpSpPr>
        <p:sp>
          <p:nvSpPr>
            <p:cNvPr id="288" name="Google Shape;288;g3b9e6d2fc4f_0_21"/>
            <p:cNvSpPr/>
            <p:nvPr/>
          </p:nvSpPr>
          <p:spPr>
            <a:xfrm>
              <a:off x="1148100" y="3735150"/>
              <a:ext cx="1500300" cy="3981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g3b9e6d2fc4f_0_21"/>
            <p:cNvSpPr/>
            <p:nvPr/>
          </p:nvSpPr>
          <p:spPr>
            <a:xfrm>
              <a:off x="12858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g3b9e6d2fc4f_0_21"/>
            <p:cNvSpPr/>
            <p:nvPr/>
          </p:nvSpPr>
          <p:spPr>
            <a:xfrm>
              <a:off x="16066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g3b9e6d2fc4f_0_21"/>
            <p:cNvSpPr/>
            <p:nvPr/>
          </p:nvSpPr>
          <p:spPr>
            <a:xfrm>
              <a:off x="19274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g3b9e6d2fc4f_0_21"/>
            <p:cNvSpPr/>
            <p:nvPr/>
          </p:nvSpPr>
          <p:spPr>
            <a:xfrm>
              <a:off x="22482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3" name="Google Shape;293;g3b9e6d2fc4f_0_21"/>
          <p:cNvGrpSpPr/>
          <p:nvPr/>
        </p:nvGrpSpPr>
        <p:grpSpPr>
          <a:xfrm>
            <a:off x="5535012" y="3148607"/>
            <a:ext cx="1246449" cy="321864"/>
            <a:chOff x="1148100" y="3735150"/>
            <a:chExt cx="1500300" cy="398100"/>
          </a:xfrm>
        </p:grpSpPr>
        <p:sp>
          <p:nvSpPr>
            <p:cNvPr id="294" name="Google Shape;294;g3b9e6d2fc4f_0_21"/>
            <p:cNvSpPr/>
            <p:nvPr/>
          </p:nvSpPr>
          <p:spPr>
            <a:xfrm>
              <a:off x="1148100" y="3735150"/>
              <a:ext cx="1500300" cy="3981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g3b9e6d2fc4f_0_21"/>
            <p:cNvSpPr/>
            <p:nvPr/>
          </p:nvSpPr>
          <p:spPr>
            <a:xfrm>
              <a:off x="12858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g3b9e6d2fc4f_0_21"/>
            <p:cNvSpPr/>
            <p:nvPr/>
          </p:nvSpPr>
          <p:spPr>
            <a:xfrm>
              <a:off x="16066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g3b9e6d2fc4f_0_21"/>
            <p:cNvSpPr/>
            <p:nvPr/>
          </p:nvSpPr>
          <p:spPr>
            <a:xfrm>
              <a:off x="19274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g3b9e6d2fc4f_0_21"/>
            <p:cNvSpPr/>
            <p:nvPr/>
          </p:nvSpPr>
          <p:spPr>
            <a:xfrm>
              <a:off x="22482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9" name="Google Shape;299;g3b9e6d2fc4f_0_21"/>
          <p:cNvGrpSpPr/>
          <p:nvPr/>
        </p:nvGrpSpPr>
        <p:grpSpPr>
          <a:xfrm>
            <a:off x="5535012" y="3544376"/>
            <a:ext cx="1246449" cy="321864"/>
            <a:chOff x="1148100" y="3735150"/>
            <a:chExt cx="1500300" cy="398100"/>
          </a:xfrm>
        </p:grpSpPr>
        <p:sp>
          <p:nvSpPr>
            <p:cNvPr id="300" name="Google Shape;300;g3b9e6d2fc4f_0_21"/>
            <p:cNvSpPr/>
            <p:nvPr/>
          </p:nvSpPr>
          <p:spPr>
            <a:xfrm>
              <a:off x="1148100" y="3735150"/>
              <a:ext cx="1500300" cy="3981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g3b9e6d2fc4f_0_21"/>
            <p:cNvSpPr/>
            <p:nvPr/>
          </p:nvSpPr>
          <p:spPr>
            <a:xfrm>
              <a:off x="12858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g3b9e6d2fc4f_0_21"/>
            <p:cNvSpPr/>
            <p:nvPr/>
          </p:nvSpPr>
          <p:spPr>
            <a:xfrm>
              <a:off x="16066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g3b9e6d2fc4f_0_21"/>
            <p:cNvSpPr/>
            <p:nvPr/>
          </p:nvSpPr>
          <p:spPr>
            <a:xfrm>
              <a:off x="19274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g3b9e6d2fc4f_0_21"/>
            <p:cNvSpPr/>
            <p:nvPr/>
          </p:nvSpPr>
          <p:spPr>
            <a:xfrm>
              <a:off x="22482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5" name="Google Shape;305;g3b9e6d2fc4f_0_21"/>
          <p:cNvSpPr txBox="1"/>
          <p:nvPr/>
        </p:nvSpPr>
        <p:spPr>
          <a:xfrm>
            <a:off x="4885842" y="2752049"/>
            <a:ext cx="29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C78D8"/>
                </a:solidFill>
              </a:rPr>
              <a:t>Q</a:t>
            </a:r>
            <a:endParaRPr b="1">
              <a:solidFill>
                <a:srgbClr val="3C78D8"/>
              </a:solidFill>
            </a:endParaRPr>
          </a:p>
        </p:txBody>
      </p:sp>
      <p:grpSp>
        <p:nvGrpSpPr>
          <p:cNvPr id="306" name="Google Shape;306;g3b9e6d2fc4f_0_21"/>
          <p:cNvGrpSpPr/>
          <p:nvPr/>
        </p:nvGrpSpPr>
        <p:grpSpPr>
          <a:xfrm>
            <a:off x="5363346" y="4015266"/>
            <a:ext cx="1310005" cy="463028"/>
            <a:chOff x="811325" y="4332175"/>
            <a:chExt cx="1576800" cy="572700"/>
          </a:xfrm>
        </p:grpSpPr>
        <p:sp>
          <p:nvSpPr>
            <p:cNvPr id="307" name="Google Shape;307;g3b9e6d2fc4f_0_21"/>
            <p:cNvSpPr/>
            <p:nvPr/>
          </p:nvSpPr>
          <p:spPr>
            <a:xfrm>
              <a:off x="811325" y="4332175"/>
              <a:ext cx="1576800" cy="5727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08" name="Google Shape;308;g3b9e6d2fc4f_0_21"/>
            <p:cNvGrpSpPr/>
            <p:nvPr/>
          </p:nvGrpSpPr>
          <p:grpSpPr>
            <a:xfrm>
              <a:off x="1007625" y="4529750"/>
              <a:ext cx="1176600" cy="226500"/>
              <a:chOff x="1285875" y="3842325"/>
              <a:chExt cx="1176600" cy="226500"/>
            </a:xfrm>
          </p:grpSpPr>
          <p:sp>
            <p:nvSpPr>
              <p:cNvPr id="309" name="Google Shape;309;g3b9e6d2fc4f_0_21"/>
              <p:cNvSpPr/>
              <p:nvPr/>
            </p:nvSpPr>
            <p:spPr>
              <a:xfrm>
                <a:off x="1285875" y="3842325"/>
                <a:ext cx="214200" cy="2265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" name="Google Shape;310;g3b9e6d2fc4f_0_21"/>
              <p:cNvSpPr/>
              <p:nvPr/>
            </p:nvSpPr>
            <p:spPr>
              <a:xfrm>
                <a:off x="1606675" y="3842325"/>
                <a:ext cx="214200" cy="2265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" name="Google Shape;311;g3b9e6d2fc4f_0_21"/>
              <p:cNvSpPr/>
              <p:nvPr/>
            </p:nvSpPr>
            <p:spPr>
              <a:xfrm>
                <a:off x="1927475" y="3842325"/>
                <a:ext cx="214200" cy="2265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" name="Google Shape;312;g3b9e6d2fc4f_0_21"/>
              <p:cNvSpPr/>
              <p:nvPr/>
            </p:nvSpPr>
            <p:spPr>
              <a:xfrm>
                <a:off x="2248275" y="3842325"/>
                <a:ext cx="214200" cy="2265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13" name="Google Shape;313;g3b9e6d2fc4f_0_21"/>
          <p:cNvSpPr txBox="1"/>
          <p:nvPr/>
        </p:nvSpPr>
        <p:spPr>
          <a:xfrm>
            <a:off x="4885842" y="3147818"/>
            <a:ext cx="35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K</a:t>
            </a:r>
            <a:endParaRPr b="1">
              <a:solidFill>
                <a:srgbClr val="980000"/>
              </a:solidFill>
            </a:endParaRPr>
          </a:p>
        </p:txBody>
      </p:sp>
      <p:sp>
        <p:nvSpPr>
          <p:cNvPr id="314" name="Google Shape;314;g3b9e6d2fc4f_0_21"/>
          <p:cNvSpPr txBox="1"/>
          <p:nvPr/>
        </p:nvSpPr>
        <p:spPr>
          <a:xfrm>
            <a:off x="4885842" y="3543586"/>
            <a:ext cx="29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8761D"/>
                </a:solidFill>
              </a:rPr>
              <a:t>V</a:t>
            </a:r>
            <a:endParaRPr b="1">
              <a:solidFill>
                <a:srgbClr val="38761D"/>
              </a:solidFill>
            </a:endParaRPr>
          </a:p>
        </p:txBody>
      </p:sp>
      <p:cxnSp>
        <p:nvCxnSpPr>
          <p:cNvPr id="315" name="Google Shape;315;g3b9e6d2fc4f_0_21"/>
          <p:cNvCxnSpPr>
            <a:stCxn id="307" idx="1"/>
            <a:endCxn id="288" idx="1"/>
          </p:cNvCxnSpPr>
          <p:nvPr/>
        </p:nvCxnSpPr>
        <p:spPr>
          <a:xfrm flipH="1" rot="10800000">
            <a:off x="5363346" y="2913880"/>
            <a:ext cx="171600" cy="1332900"/>
          </a:xfrm>
          <a:prstGeom prst="bentConnector3">
            <a:avLst>
              <a:gd fmla="val -115203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16" name="Google Shape;316;g3b9e6d2fc4f_0_21"/>
          <p:cNvCxnSpPr>
            <a:stCxn id="307" idx="1"/>
            <a:endCxn id="300" idx="1"/>
          </p:cNvCxnSpPr>
          <p:nvPr/>
        </p:nvCxnSpPr>
        <p:spPr>
          <a:xfrm flipH="1" rot="10800000">
            <a:off x="5363346" y="3705280"/>
            <a:ext cx="171600" cy="541500"/>
          </a:xfrm>
          <a:prstGeom prst="bentConnector3">
            <a:avLst>
              <a:gd fmla="val -115203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17" name="Google Shape;317;g3b9e6d2fc4f_0_21"/>
          <p:cNvCxnSpPr>
            <a:stCxn id="307" idx="1"/>
            <a:endCxn id="295" idx="1"/>
          </p:cNvCxnSpPr>
          <p:nvPr/>
        </p:nvCxnSpPr>
        <p:spPr>
          <a:xfrm flipH="1" rot="10800000">
            <a:off x="5363346" y="3326680"/>
            <a:ext cx="286200" cy="920100"/>
          </a:xfrm>
          <a:prstGeom prst="bentConnector3">
            <a:avLst>
              <a:gd fmla="val -69142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grpSp>
        <p:nvGrpSpPr>
          <p:cNvPr id="318" name="Google Shape;318;g3b9e6d2fc4f_0_21"/>
          <p:cNvGrpSpPr/>
          <p:nvPr/>
        </p:nvGrpSpPr>
        <p:grpSpPr>
          <a:xfrm>
            <a:off x="7786662" y="2717988"/>
            <a:ext cx="1246449" cy="321864"/>
            <a:chOff x="1148100" y="3735150"/>
            <a:chExt cx="1500300" cy="398100"/>
          </a:xfrm>
        </p:grpSpPr>
        <p:sp>
          <p:nvSpPr>
            <p:cNvPr id="319" name="Google Shape;319;g3b9e6d2fc4f_0_21"/>
            <p:cNvSpPr/>
            <p:nvPr/>
          </p:nvSpPr>
          <p:spPr>
            <a:xfrm>
              <a:off x="1148100" y="3735150"/>
              <a:ext cx="1500300" cy="3981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g3b9e6d2fc4f_0_21"/>
            <p:cNvSpPr/>
            <p:nvPr/>
          </p:nvSpPr>
          <p:spPr>
            <a:xfrm>
              <a:off x="12858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g3b9e6d2fc4f_0_21"/>
            <p:cNvSpPr/>
            <p:nvPr/>
          </p:nvSpPr>
          <p:spPr>
            <a:xfrm>
              <a:off x="16066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g3b9e6d2fc4f_0_21"/>
            <p:cNvSpPr/>
            <p:nvPr/>
          </p:nvSpPr>
          <p:spPr>
            <a:xfrm>
              <a:off x="19274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g3b9e6d2fc4f_0_21"/>
            <p:cNvSpPr/>
            <p:nvPr/>
          </p:nvSpPr>
          <p:spPr>
            <a:xfrm>
              <a:off x="22482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4" name="Google Shape;324;g3b9e6d2fc4f_0_21"/>
          <p:cNvGrpSpPr/>
          <p:nvPr/>
        </p:nvGrpSpPr>
        <p:grpSpPr>
          <a:xfrm>
            <a:off x="7786662" y="3113757"/>
            <a:ext cx="1246449" cy="321864"/>
            <a:chOff x="1148100" y="3735150"/>
            <a:chExt cx="1500300" cy="398100"/>
          </a:xfrm>
        </p:grpSpPr>
        <p:sp>
          <p:nvSpPr>
            <p:cNvPr id="325" name="Google Shape;325;g3b9e6d2fc4f_0_21"/>
            <p:cNvSpPr/>
            <p:nvPr/>
          </p:nvSpPr>
          <p:spPr>
            <a:xfrm>
              <a:off x="1148100" y="3735150"/>
              <a:ext cx="1500300" cy="3981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g3b9e6d2fc4f_0_21"/>
            <p:cNvSpPr/>
            <p:nvPr/>
          </p:nvSpPr>
          <p:spPr>
            <a:xfrm>
              <a:off x="12858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g3b9e6d2fc4f_0_21"/>
            <p:cNvSpPr/>
            <p:nvPr/>
          </p:nvSpPr>
          <p:spPr>
            <a:xfrm>
              <a:off x="16066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g3b9e6d2fc4f_0_21"/>
            <p:cNvSpPr/>
            <p:nvPr/>
          </p:nvSpPr>
          <p:spPr>
            <a:xfrm>
              <a:off x="19274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g3b9e6d2fc4f_0_21"/>
            <p:cNvSpPr/>
            <p:nvPr/>
          </p:nvSpPr>
          <p:spPr>
            <a:xfrm>
              <a:off x="22482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0" name="Google Shape;330;g3b9e6d2fc4f_0_21"/>
          <p:cNvGrpSpPr/>
          <p:nvPr/>
        </p:nvGrpSpPr>
        <p:grpSpPr>
          <a:xfrm>
            <a:off x="7786662" y="3509526"/>
            <a:ext cx="1246449" cy="321864"/>
            <a:chOff x="1148100" y="3735150"/>
            <a:chExt cx="1500300" cy="398100"/>
          </a:xfrm>
        </p:grpSpPr>
        <p:sp>
          <p:nvSpPr>
            <p:cNvPr id="331" name="Google Shape;331;g3b9e6d2fc4f_0_21"/>
            <p:cNvSpPr/>
            <p:nvPr/>
          </p:nvSpPr>
          <p:spPr>
            <a:xfrm>
              <a:off x="1148100" y="3735150"/>
              <a:ext cx="1500300" cy="3981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g3b9e6d2fc4f_0_21"/>
            <p:cNvSpPr/>
            <p:nvPr/>
          </p:nvSpPr>
          <p:spPr>
            <a:xfrm>
              <a:off x="12858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g3b9e6d2fc4f_0_21"/>
            <p:cNvSpPr/>
            <p:nvPr/>
          </p:nvSpPr>
          <p:spPr>
            <a:xfrm>
              <a:off x="16066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g3b9e6d2fc4f_0_21"/>
            <p:cNvSpPr/>
            <p:nvPr/>
          </p:nvSpPr>
          <p:spPr>
            <a:xfrm>
              <a:off x="19274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g3b9e6d2fc4f_0_21"/>
            <p:cNvSpPr/>
            <p:nvPr/>
          </p:nvSpPr>
          <p:spPr>
            <a:xfrm>
              <a:off x="22482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6" name="Google Shape;336;g3b9e6d2fc4f_0_21"/>
          <p:cNvSpPr txBox="1"/>
          <p:nvPr/>
        </p:nvSpPr>
        <p:spPr>
          <a:xfrm>
            <a:off x="7137492" y="2717199"/>
            <a:ext cx="29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C78D8"/>
                </a:solidFill>
              </a:rPr>
              <a:t>Q</a:t>
            </a:r>
            <a:endParaRPr b="1">
              <a:solidFill>
                <a:srgbClr val="3C78D8"/>
              </a:solidFill>
            </a:endParaRPr>
          </a:p>
        </p:txBody>
      </p:sp>
      <p:grpSp>
        <p:nvGrpSpPr>
          <p:cNvPr id="337" name="Google Shape;337;g3b9e6d2fc4f_0_21"/>
          <p:cNvGrpSpPr/>
          <p:nvPr/>
        </p:nvGrpSpPr>
        <p:grpSpPr>
          <a:xfrm>
            <a:off x="7614996" y="3980416"/>
            <a:ext cx="1310005" cy="463028"/>
            <a:chOff x="811325" y="4332175"/>
            <a:chExt cx="1576800" cy="572700"/>
          </a:xfrm>
        </p:grpSpPr>
        <p:sp>
          <p:nvSpPr>
            <p:cNvPr id="338" name="Google Shape;338;g3b9e6d2fc4f_0_21"/>
            <p:cNvSpPr/>
            <p:nvPr/>
          </p:nvSpPr>
          <p:spPr>
            <a:xfrm>
              <a:off x="811325" y="4332175"/>
              <a:ext cx="1576800" cy="5727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39" name="Google Shape;339;g3b9e6d2fc4f_0_21"/>
            <p:cNvGrpSpPr/>
            <p:nvPr/>
          </p:nvGrpSpPr>
          <p:grpSpPr>
            <a:xfrm>
              <a:off x="1007625" y="4529750"/>
              <a:ext cx="1176600" cy="226500"/>
              <a:chOff x="1285875" y="3842325"/>
              <a:chExt cx="1176600" cy="226500"/>
            </a:xfrm>
          </p:grpSpPr>
          <p:sp>
            <p:nvSpPr>
              <p:cNvPr id="340" name="Google Shape;340;g3b9e6d2fc4f_0_21"/>
              <p:cNvSpPr/>
              <p:nvPr/>
            </p:nvSpPr>
            <p:spPr>
              <a:xfrm>
                <a:off x="1285875" y="3842325"/>
                <a:ext cx="214200" cy="2265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" name="Google Shape;341;g3b9e6d2fc4f_0_21"/>
              <p:cNvSpPr/>
              <p:nvPr/>
            </p:nvSpPr>
            <p:spPr>
              <a:xfrm>
                <a:off x="1606675" y="3842325"/>
                <a:ext cx="214200" cy="2265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" name="Google Shape;342;g3b9e6d2fc4f_0_21"/>
              <p:cNvSpPr/>
              <p:nvPr/>
            </p:nvSpPr>
            <p:spPr>
              <a:xfrm>
                <a:off x="1927475" y="3842325"/>
                <a:ext cx="214200" cy="2265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" name="Google Shape;343;g3b9e6d2fc4f_0_21"/>
              <p:cNvSpPr/>
              <p:nvPr/>
            </p:nvSpPr>
            <p:spPr>
              <a:xfrm>
                <a:off x="2248275" y="3842325"/>
                <a:ext cx="214200" cy="2265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44" name="Google Shape;344;g3b9e6d2fc4f_0_21"/>
          <p:cNvSpPr txBox="1"/>
          <p:nvPr/>
        </p:nvSpPr>
        <p:spPr>
          <a:xfrm>
            <a:off x="7137492" y="3112968"/>
            <a:ext cx="35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K</a:t>
            </a:r>
            <a:endParaRPr b="1">
              <a:solidFill>
                <a:srgbClr val="980000"/>
              </a:solidFill>
            </a:endParaRPr>
          </a:p>
        </p:txBody>
      </p:sp>
      <p:sp>
        <p:nvSpPr>
          <p:cNvPr id="345" name="Google Shape;345;g3b9e6d2fc4f_0_21"/>
          <p:cNvSpPr txBox="1"/>
          <p:nvPr/>
        </p:nvSpPr>
        <p:spPr>
          <a:xfrm>
            <a:off x="7137492" y="3508736"/>
            <a:ext cx="29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8761D"/>
                </a:solidFill>
              </a:rPr>
              <a:t>V</a:t>
            </a:r>
            <a:endParaRPr b="1">
              <a:solidFill>
                <a:srgbClr val="38761D"/>
              </a:solidFill>
            </a:endParaRPr>
          </a:p>
        </p:txBody>
      </p:sp>
      <p:cxnSp>
        <p:nvCxnSpPr>
          <p:cNvPr id="346" name="Google Shape;346;g3b9e6d2fc4f_0_21"/>
          <p:cNvCxnSpPr>
            <a:stCxn id="338" idx="1"/>
            <a:endCxn id="319" idx="1"/>
          </p:cNvCxnSpPr>
          <p:nvPr/>
        </p:nvCxnSpPr>
        <p:spPr>
          <a:xfrm flipH="1" rot="10800000">
            <a:off x="7614996" y="2879030"/>
            <a:ext cx="171600" cy="1332900"/>
          </a:xfrm>
          <a:prstGeom prst="bentConnector3">
            <a:avLst>
              <a:gd fmla="val -138767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47" name="Google Shape;347;g3b9e6d2fc4f_0_21"/>
          <p:cNvCxnSpPr>
            <a:stCxn id="338" idx="1"/>
            <a:endCxn id="331" idx="1"/>
          </p:cNvCxnSpPr>
          <p:nvPr/>
        </p:nvCxnSpPr>
        <p:spPr>
          <a:xfrm flipH="1" rot="10800000">
            <a:off x="7614996" y="3670430"/>
            <a:ext cx="171600" cy="541500"/>
          </a:xfrm>
          <a:prstGeom prst="bentConnector3">
            <a:avLst>
              <a:gd fmla="val -138767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48" name="Google Shape;348;g3b9e6d2fc4f_0_21"/>
          <p:cNvCxnSpPr>
            <a:stCxn id="338" idx="1"/>
            <a:endCxn id="326" idx="1"/>
          </p:cNvCxnSpPr>
          <p:nvPr/>
        </p:nvCxnSpPr>
        <p:spPr>
          <a:xfrm flipH="1" rot="10800000">
            <a:off x="7614996" y="3291830"/>
            <a:ext cx="286200" cy="920100"/>
          </a:xfrm>
          <a:prstGeom prst="bentConnector3">
            <a:avLst>
              <a:gd fmla="val -83202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49" name="Google Shape;349;g3b9e6d2fc4f_0_21"/>
          <p:cNvCxnSpPr/>
          <p:nvPr/>
        </p:nvCxnSpPr>
        <p:spPr>
          <a:xfrm>
            <a:off x="1546575" y="4443450"/>
            <a:ext cx="0" cy="36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0" name="Google Shape;350;g3b9e6d2fc4f_0_21"/>
          <p:cNvCxnSpPr/>
          <p:nvPr/>
        </p:nvCxnSpPr>
        <p:spPr>
          <a:xfrm>
            <a:off x="3997950" y="4478300"/>
            <a:ext cx="0" cy="36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1" name="Google Shape;351;g3b9e6d2fc4f_0_21"/>
          <p:cNvCxnSpPr/>
          <p:nvPr/>
        </p:nvCxnSpPr>
        <p:spPr>
          <a:xfrm>
            <a:off x="6158225" y="4478300"/>
            <a:ext cx="0" cy="36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2" name="Google Shape;352;g3b9e6d2fc4f_0_21"/>
          <p:cNvCxnSpPr/>
          <p:nvPr/>
        </p:nvCxnSpPr>
        <p:spPr>
          <a:xfrm>
            <a:off x="8409875" y="4478300"/>
            <a:ext cx="0" cy="36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b9e6d2fc4f_0_1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99CC"/>
                </a:solidFill>
              </a:rPr>
              <a:t>Self attention : compute dot product of Q,K </a:t>
            </a:r>
            <a:endParaRPr>
              <a:solidFill>
                <a:srgbClr val="0099CC"/>
              </a:solidFill>
            </a:endParaRPr>
          </a:p>
        </p:txBody>
      </p:sp>
      <p:grpSp>
        <p:nvGrpSpPr>
          <p:cNvPr id="358" name="Google Shape;358;g3b9e6d2fc4f_0_157"/>
          <p:cNvGrpSpPr/>
          <p:nvPr/>
        </p:nvGrpSpPr>
        <p:grpSpPr>
          <a:xfrm>
            <a:off x="1123069" y="2751141"/>
            <a:ext cx="1246449" cy="321864"/>
            <a:chOff x="1148100" y="3735150"/>
            <a:chExt cx="1500300" cy="398100"/>
          </a:xfrm>
        </p:grpSpPr>
        <p:sp>
          <p:nvSpPr>
            <p:cNvPr id="359" name="Google Shape;359;g3b9e6d2fc4f_0_157"/>
            <p:cNvSpPr/>
            <p:nvPr/>
          </p:nvSpPr>
          <p:spPr>
            <a:xfrm>
              <a:off x="1148100" y="3735150"/>
              <a:ext cx="1500300" cy="3981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g3b9e6d2fc4f_0_157"/>
            <p:cNvSpPr/>
            <p:nvPr/>
          </p:nvSpPr>
          <p:spPr>
            <a:xfrm>
              <a:off x="12858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g3b9e6d2fc4f_0_157"/>
            <p:cNvSpPr/>
            <p:nvPr/>
          </p:nvSpPr>
          <p:spPr>
            <a:xfrm>
              <a:off x="16066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g3b9e6d2fc4f_0_157"/>
            <p:cNvSpPr/>
            <p:nvPr/>
          </p:nvSpPr>
          <p:spPr>
            <a:xfrm>
              <a:off x="19274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g3b9e6d2fc4f_0_157"/>
            <p:cNvSpPr/>
            <p:nvPr/>
          </p:nvSpPr>
          <p:spPr>
            <a:xfrm>
              <a:off x="22482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4" name="Google Shape;364;g3b9e6d2fc4f_0_157"/>
          <p:cNvGrpSpPr/>
          <p:nvPr/>
        </p:nvGrpSpPr>
        <p:grpSpPr>
          <a:xfrm>
            <a:off x="1123069" y="3146909"/>
            <a:ext cx="1246449" cy="321864"/>
            <a:chOff x="1148100" y="3735150"/>
            <a:chExt cx="1500300" cy="398100"/>
          </a:xfrm>
        </p:grpSpPr>
        <p:sp>
          <p:nvSpPr>
            <p:cNvPr id="365" name="Google Shape;365;g3b9e6d2fc4f_0_157"/>
            <p:cNvSpPr/>
            <p:nvPr/>
          </p:nvSpPr>
          <p:spPr>
            <a:xfrm>
              <a:off x="1148100" y="3735150"/>
              <a:ext cx="1500300" cy="3981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g3b9e6d2fc4f_0_157"/>
            <p:cNvSpPr/>
            <p:nvPr/>
          </p:nvSpPr>
          <p:spPr>
            <a:xfrm>
              <a:off x="12858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g3b9e6d2fc4f_0_157"/>
            <p:cNvSpPr/>
            <p:nvPr/>
          </p:nvSpPr>
          <p:spPr>
            <a:xfrm>
              <a:off x="16066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g3b9e6d2fc4f_0_157"/>
            <p:cNvSpPr/>
            <p:nvPr/>
          </p:nvSpPr>
          <p:spPr>
            <a:xfrm>
              <a:off x="19274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g3b9e6d2fc4f_0_157"/>
            <p:cNvSpPr/>
            <p:nvPr/>
          </p:nvSpPr>
          <p:spPr>
            <a:xfrm>
              <a:off x="22482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0" name="Google Shape;370;g3b9e6d2fc4f_0_157"/>
          <p:cNvGrpSpPr/>
          <p:nvPr/>
        </p:nvGrpSpPr>
        <p:grpSpPr>
          <a:xfrm>
            <a:off x="1123069" y="3542678"/>
            <a:ext cx="1246449" cy="321864"/>
            <a:chOff x="1148100" y="3735150"/>
            <a:chExt cx="1500300" cy="398100"/>
          </a:xfrm>
        </p:grpSpPr>
        <p:sp>
          <p:nvSpPr>
            <p:cNvPr id="371" name="Google Shape;371;g3b9e6d2fc4f_0_157"/>
            <p:cNvSpPr/>
            <p:nvPr/>
          </p:nvSpPr>
          <p:spPr>
            <a:xfrm>
              <a:off x="1148100" y="3735150"/>
              <a:ext cx="1500300" cy="3981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g3b9e6d2fc4f_0_157"/>
            <p:cNvSpPr/>
            <p:nvPr/>
          </p:nvSpPr>
          <p:spPr>
            <a:xfrm>
              <a:off x="12858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g3b9e6d2fc4f_0_157"/>
            <p:cNvSpPr/>
            <p:nvPr/>
          </p:nvSpPr>
          <p:spPr>
            <a:xfrm>
              <a:off x="16066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g3b9e6d2fc4f_0_157"/>
            <p:cNvSpPr/>
            <p:nvPr/>
          </p:nvSpPr>
          <p:spPr>
            <a:xfrm>
              <a:off x="19274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g3b9e6d2fc4f_0_157"/>
            <p:cNvSpPr/>
            <p:nvPr/>
          </p:nvSpPr>
          <p:spPr>
            <a:xfrm>
              <a:off x="22482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6" name="Google Shape;376;g3b9e6d2fc4f_0_157"/>
          <p:cNvSpPr txBox="1"/>
          <p:nvPr/>
        </p:nvSpPr>
        <p:spPr>
          <a:xfrm>
            <a:off x="473900" y="2750351"/>
            <a:ext cx="29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C78D8"/>
                </a:solidFill>
              </a:rPr>
              <a:t>Q</a:t>
            </a:r>
            <a:endParaRPr b="1">
              <a:solidFill>
                <a:srgbClr val="3C78D8"/>
              </a:solidFill>
            </a:endParaRPr>
          </a:p>
        </p:txBody>
      </p:sp>
      <p:grpSp>
        <p:nvGrpSpPr>
          <p:cNvPr id="377" name="Google Shape;377;g3b9e6d2fc4f_0_157"/>
          <p:cNvGrpSpPr/>
          <p:nvPr/>
        </p:nvGrpSpPr>
        <p:grpSpPr>
          <a:xfrm>
            <a:off x="951404" y="4013568"/>
            <a:ext cx="1310005" cy="463028"/>
            <a:chOff x="811325" y="4332175"/>
            <a:chExt cx="1576800" cy="572700"/>
          </a:xfrm>
        </p:grpSpPr>
        <p:sp>
          <p:nvSpPr>
            <p:cNvPr id="378" name="Google Shape;378;g3b9e6d2fc4f_0_157"/>
            <p:cNvSpPr/>
            <p:nvPr/>
          </p:nvSpPr>
          <p:spPr>
            <a:xfrm>
              <a:off x="811325" y="4332175"/>
              <a:ext cx="1576800" cy="5727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9" name="Google Shape;379;g3b9e6d2fc4f_0_157"/>
            <p:cNvGrpSpPr/>
            <p:nvPr/>
          </p:nvGrpSpPr>
          <p:grpSpPr>
            <a:xfrm>
              <a:off x="1007625" y="4529750"/>
              <a:ext cx="1176600" cy="226500"/>
              <a:chOff x="1285875" y="3842325"/>
              <a:chExt cx="1176600" cy="226500"/>
            </a:xfrm>
          </p:grpSpPr>
          <p:sp>
            <p:nvSpPr>
              <p:cNvPr id="380" name="Google Shape;380;g3b9e6d2fc4f_0_157"/>
              <p:cNvSpPr/>
              <p:nvPr/>
            </p:nvSpPr>
            <p:spPr>
              <a:xfrm>
                <a:off x="1285875" y="3842325"/>
                <a:ext cx="214200" cy="2265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g3b9e6d2fc4f_0_157"/>
              <p:cNvSpPr/>
              <p:nvPr/>
            </p:nvSpPr>
            <p:spPr>
              <a:xfrm>
                <a:off x="1606675" y="3842325"/>
                <a:ext cx="214200" cy="2265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g3b9e6d2fc4f_0_157"/>
              <p:cNvSpPr/>
              <p:nvPr/>
            </p:nvSpPr>
            <p:spPr>
              <a:xfrm>
                <a:off x="1927475" y="3842325"/>
                <a:ext cx="214200" cy="2265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" name="Google Shape;383;g3b9e6d2fc4f_0_157"/>
              <p:cNvSpPr/>
              <p:nvPr/>
            </p:nvSpPr>
            <p:spPr>
              <a:xfrm>
                <a:off x="2248275" y="3842325"/>
                <a:ext cx="214200" cy="2265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84" name="Google Shape;384;g3b9e6d2fc4f_0_157"/>
          <p:cNvSpPr txBox="1"/>
          <p:nvPr/>
        </p:nvSpPr>
        <p:spPr>
          <a:xfrm>
            <a:off x="473900" y="3146120"/>
            <a:ext cx="35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K</a:t>
            </a:r>
            <a:endParaRPr b="1">
              <a:solidFill>
                <a:srgbClr val="980000"/>
              </a:solidFill>
            </a:endParaRPr>
          </a:p>
        </p:txBody>
      </p:sp>
      <p:sp>
        <p:nvSpPr>
          <p:cNvPr id="385" name="Google Shape;385;g3b9e6d2fc4f_0_157"/>
          <p:cNvSpPr txBox="1"/>
          <p:nvPr/>
        </p:nvSpPr>
        <p:spPr>
          <a:xfrm>
            <a:off x="473900" y="3541888"/>
            <a:ext cx="29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8761D"/>
                </a:solidFill>
              </a:rPr>
              <a:t>V</a:t>
            </a:r>
            <a:endParaRPr b="1">
              <a:solidFill>
                <a:srgbClr val="38761D"/>
              </a:solidFill>
            </a:endParaRPr>
          </a:p>
        </p:txBody>
      </p:sp>
      <p:cxnSp>
        <p:nvCxnSpPr>
          <p:cNvPr id="386" name="Google Shape;386;g3b9e6d2fc4f_0_157"/>
          <p:cNvCxnSpPr>
            <a:stCxn id="378" idx="1"/>
            <a:endCxn id="359" idx="1"/>
          </p:cNvCxnSpPr>
          <p:nvPr/>
        </p:nvCxnSpPr>
        <p:spPr>
          <a:xfrm flipH="1" rot="10800000">
            <a:off x="951404" y="2912182"/>
            <a:ext cx="171600" cy="1332900"/>
          </a:xfrm>
          <a:prstGeom prst="bentConnector3">
            <a:avLst>
              <a:gd fmla="val -115203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87" name="Google Shape;387;g3b9e6d2fc4f_0_157"/>
          <p:cNvCxnSpPr>
            <a:stCxn id="378" idx="1"/>
            <a:endCxn id="371" idx="1"/>
          </p:cNvCxnSpPr>
          <p:nvPr/>
        </p:nvCxnSpPr>
        <p:spPr>
          <a:xfrm flipH="1" rot="10800000">
            <a:off x="951404" y="3703582"/>
            <a:ext cx="171600" cy="541500"/>
          </a:xfrm>
          <a:prstGeom prst="bentConnector3">
            <a:avLst>
              <a:gd fmla="val -115203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88" name="Google Shape;388;g3b9e6d2fc4f_0_157"/>
          <p:cNvCxnSpPr>
            <a:stCxn id="378" idx="1"/>
            <a:endCxn id="366" idx="1"/>
          </p:cNvCxnSpPr>
          <p:nvPr/>
        </p:nvCxnSpPr>
        <p:spPr>
          <a:xfrm flipH="1" rot="10800000">
            <a:off x="951404" y="3324982"/>
            <a:ext cx="286200" cy="920100"/>
          </a:xfrm>
          <a:prstGeom prst="bentConnector3">
            <a:avLst>
              <a:gd fmla="val -69142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89" name="Google Shape;389;g3b9e6d2fc4f_0_157"/>
          <p:cNvSpPr txBox="1"/>
          <p:nvPr/>
        </p:nvSpPr>
        <p:spPr>
          <a:xfrm>
            <a:off x="1255275" y="4743300"/>
            <a:ext cx="10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</a:t>
            </a:r>
            <a:endParaRPr/>
          </a:p>
        </p:txBody>
      </p:sp>
      <p:sp>
        <p:nvSpPr>
          <p:cNvPr id="390" name="Google Shape;390;g3b9e6d2fc4f_0_157"/>
          <p:cNvSpPr txBox="1"/>
          <p:nvPr/>
        </p:nvSpPr>
        <p:spPr>
          <a:xfrm>
            <a:off x="3706650" y="4743300"/>
            <a:ext cx="86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Sun</a:t>
            </a:r>
            <a:endParaRPr/>
          </a:p>
        </p:txBody>
      </p:sp>
      <p:sp>
        <p:nvSpPr>
          <p:cNvPr id="391" name="Google Shape;391;g3b9e6d2fc4f_0_157"/>
          <p:cNvSpPr txBox="1"/>
          <p:nvPr/>
        </p:nvSpPr>
        <p:spPr>
          <a:xfrm>
            <a:off x="5866925" y="4743300"/>
            <a:ext cx="58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also</a:t>
            </a:r>
            <a:endParaRPr/>
          </a:p>
        </p:txBody>
      </p:sp>
      <p:sp>
        <p:nvSpPr>
          <p:cNvPr id="392" name="Google Shape;392;g3b9e6d2fc4f_0_157"/>
          <p:cNvSpPr txBox="1"/>
          <p:nvPr/>
        </p:nvSpPr>
        <p:spPr>
          <a:xfrm>
            <a:off x="8118575" y="4740125"/>
            <a:ext cx="86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rises</a:t>
            </a:r>
            <a:endParaRPr/>
          </a:p>
        </p:txBody>
      </p:sp>
      <p:grpSp>
        <p:nvGrpSpPr>
          <p:cNvPr id="393" name="Google Shape;393;g3b9e6d2fc4f_0_157"/>
          <p:cNvGrpSpPr/>
          <p:nvPr/>
        </p:nvGrpSpPr>
        <p:grpSpPr>
          <a:xfrm>
            <a:off x="3374724" y="2751989"/>
            <a:ext cx="1246449" cy="321864"/>
            <a:chOff x="1148100" y="3735150"/>
            <a:chExt cx="1500300" cy="398100"/>
          </a:xfrm>
        </p:grpSpPr>
        <p:sp>
          <p:nvSpPr>
            <p:cNvPr id="394" name="Google Shape;394;g3b9e6d2fc4f_0_157"/>
            <p:cNvSpPr/>
            <p:nvPr/>
          </p:nvSpPr>
          <p:spPr>
            <a:xfrm>
              <a:off x="1148100" y="3735150"/>
              <a:ext cx="1500300" cy="3981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g3b9e6d2fc4f_0_157"/>
            <p:cNvSpPr/>
            <p:nvPr/>
          </p:nvSpPr>
          <p:spPr>
            <a:xfrm>
              <a:off x="12858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g3b9e6d2fc4f_0_157"/>
            <p:cNvSpPr/>
            <p:nvPr/>
          </p:nvSpPr>
          <p:spPr>
            <a:xfrm>
              <a:off x="16066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g3b9e6d2fc4f_0_157"/>
            <p:cNvSpPr/>
            <p:nvPr/>
          </p:nvSpPr>
          <p:spPr>
            <a:xfrm>
              <a:off x="19274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g3b9e6d2fc4f_0_157"/>
            <p:cNvSpPr/>
            <p:nvPr/>
          </p:nvSpPr>
          <p:spPr>
            <a:xfrm>
              <a:off x="22482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9" name="Google Shape;399;g3b9e6d2fc4f_0_157"/>
          <p:cNvGrpSpPr/>
          <p:nvPr/>
        </p:nvGrpSpPr>
        <p:grpSpPr>
          <a:xfrm>
            <a:off x="3374724" y="3147758"/>
            <a:ext cx="1246449" cy="321864"/>
            <a:chOff x="1148100" y="3735150"/>
            <a:chExt cx="1500300" cy="398100"/>
          </a:xfrm>
        </p:grpSpPr>
        <p:sp>
          <p:nvSpPr>
            <p:cNvPr id="400" name="Google Shape;400;g3b9e6d2fc4f_0_157"/>
            <p:cNvSpPr/>
            <p:nvPr/>
          </p:nvSpPr>
          <p:spPr>
            <a:xfrm>
              <a:off x="1148100" y="3735150"/>
              <a:ext cx="1500300" cy="3981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g3b9e6d2fc4f_0_157"/>
            <p:cNvSpPr/>
            <p:nvPr/>
          </p:nvSpPr>
          <p:spPr>
            <a:xfrm>
              <a:off x="12858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g3b9e6d2fc4f_0_157"/>
            <p:cNvSpPr/>
            <p:nvPr/>
          </p:nvSpPr>
          <p:spPr>
            <a:xfrm>
              <a:off x="16066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g3b9e6d2fc4f_0_157"/>
            <p:cNvSpPr/>
            <p:nvPr/>
          </p:nvSpPr>
          <p:spPr>
            <a:xfrm>
              <a:off x="19274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g3b9e6d2fc4f_0_157"/>
            <p:cNvSpPr/>
            <p:nvPr/>
          </p:nvSpPr>
          <p:spPr>
            <a:xfrm>
              <a:off x="22482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5" name="Google Shape;405;g3b9e6d2fc4f_0_157"/>
          <p:cNvGrpSpPr/>
          <p:nvPr/>
        </p:nvGrpSpPr>
        <p:grpSpPr>
          <a:xfrm>
            <a:off x="3374724" y="3543527"/>
            <a:ext cx="1246449" cy="321864"/>
            <a:chOff x="1148100" y="3735150"/>
            <a:chExt cx="1500300" cy="398100"/>
          </a:xfrm>
        </p:grpSpPr>
        <p:sp>
          <p:nvSpPr>
            <p:cNvPr id="406" name="Google Shape;406;g3b9e6d2fc4f_0_157"/>
            <p:cNvSpPr/>
            <p:nvPr/>
          </p:nvSpPr>
          <p:spPr>
            <a:xfrm>
              <a:off x="1148100" y="3735150"/>
              <a:ext cx="1500300" cy="3981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g3b9e6d2fc4f_0_157"/>
            <p:cNvSpPr/>
            <p:nvPr/>
          </p:nvSpPr>
          <p:spPr>
            <a:xfrm>
              <a:off x="12858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g3b9e6d2fc4f_0_157"/>
            <p:cNvSpPr/>
            <p:nvPr/>
          </p:nvSpPr>
          <p:spPr>
            <a:xfrm>
              <a:off x="16066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g3b9e6d2fc4f_0_157"/>
            <p:cNvSpPr/>
            <p:nvPr/>
          </p:nvSpPr>
          <p:spPr>
            <a:xfrm>
              <a:off x="19274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g3b9e6d2fc4f_0_157"/>
            <p:cNvSpPr/>
            <p:nvPr/>
          </p:nvSpPr>
          <p:spPr>
            <a:xfrm>
              <a:off x="22482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1" name="Google Shape;411;g3b9e6d2fc4f_0_157"/>
          <p:cNvSpPr txBox="1"/>
          <p:nvPr/>
        </p:nvSpPr>
        <p:spPr>
          <a:xfrm>
            <a:off x="2725554" y="2751200"/>
            <a:ext cx="29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C78D8"/>
                </a:solidFill>
              </a:rPr>
              <a:t>Q</a:t>
            </a:r>
            <a:endParaRPr b="1">
              <a:solidFill>
                <a:srgbClr val="3C78D8"/>
              </a:solidFill>
            </a:endParaRPr>
          </a:p>
        </p:txBody>
      </p:sp>
      <p:grpSp>
        <p:nvGrpSpPr>
          <p:cNvPr id="412" name="Google Shape;412;g3b9e6d2fc4f_0_157"/>
          <p:cNvGrpSpPr/>
          <p:nvPr/>
        </p:nvGrpSpPr>
        <p:grpSpPr>
          <a:xfrm>
            <a:off x="3203058" y="4014417"/>
            <a:ext cx="1310005" cy="463028"/>
            <a:chOff x="811325" y="4332175"/>
            <a:chExt cx="1576800" cy="572700"/>
          </a:xfrm>
        </p:grpSpPr>
        <p:sp>
          <p:nvSpPr>
            <p:cNvPr id="413" name="Google Shape;413;g3b9e6d2fc4f_0_157"/>
            <p:cNvSpPr/>
            <p:nvPr/>
          </p:nvSpPr>
          <p:spPr>
            <a:xfrm>
              <a:off x="811325" y="4332175"/>
              <a:ext cx="1576800" cy="5727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14" name="Google Shape;414;g3b9e6d2fc4f_0_157"/>
            <p:cNvGrpSpPr/>
            <p:nvPr/>
          </p:nvGrpSpPr>
          <p:grpSpPr>
            <a:xfrm>
              <a:off x="1007625" y="4529750"/>
              <a:ext cx="1176600" cy="226500"/>
              <a:chOff x="1285875" y="3842325"/>
              <a:chExt cx="1176600" cy="226500"/>
            </a:xfrm>
          </p:grpSpPr>
          <p:sp>
            <p:nvSpPr>
              <p:cNvPr id="415" name="Google Shape;415;g3b9e6d2fc4f_0_157"/>
              <p:cNvSpPr/>
              <p:nvPr/>
            </p:nvSpPr>
            <p:spPr>
              <a:xfrm>
                <a:off x="1285875" y="3842325"/>
                <a:ext cx="214200" cy="2265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g3b9e6d2fc4f_0_157"/>
              <p:cNvSpPr/>
              <p:nvPr/>
            </p:nvSpPr>
            <p:spPr>
              <a:xfrm>
                <a:off x="1606675" y="3842325"/>
                <a:ext cx="214200" cy="2265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g3b9e6d2fc4f_0_157"/>
              <p:cNvSpPr/>
              <p:nvPr/>
            </p:nvSpPr>
            <p:spPr>
              <a:xfrm>
                <a:off x="1927475" y="3842325"/>
                <a:ext cx="214200" cy="2265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g3b9e6d2fc4f_0_157"/>
              <p:cNvSpPr/>
              <p:nvPr/>
            </p:nvSpPr>
            <p:spPr>
              <a:xfrm>
                <a:off x="2248275" y="3842325"/>
                <a:ext cx="214200" cy="2265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19" name="Google Shape;419;g3b9e6d2fc4f_0_157"/>
          <p:cNvSpPr txBox="1"/>
          <p:nvPr/>
        </p:nvSpPr>
        <p:spPr>
          <a:xfrm>
            <a:off x="2725554" y="3146969"/>
            <a:ext cx="35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K</a:t>
            </a:r>
            <a:endParaRPr b="1">
              <a:solidFill>
                <a:srgbClr val="980000"/>
              </a:solidFill>
            </a:endParaRPr>
          </a:p>
        </p:txBody>
      </p:sp>
      <p:sp>
        <p:nvSpPr>
          <p:cNvPr id="420" name="Google Shape;420;g3b9e6d2fc4f_0_157"/>
          <p:cNvSpPr txBox="1"/>
          <p:nvPr/>
        </p:nvSpPr>
        <p:spPr>
          <a:xfrm>
            <a:off x="2725554" y="3542737"/>
            <a:ext cx="29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8761D"/>
                </a:solidFill>
              </a:rPr>
              <a:t>V</a:t>
            </a:r>
            <a:endParaRPr b="1">
              <a:solidFill>
                <a:srgbClr val="38761D"/>
              </a:solidFill>
            </a:endParaRPr>
          </a:p>
        </p:txBody>
      </p:sp>
      <p:cxnSp>
        <p:nvCxnSpPr>
          <p:cNvPr id="421" name="Google Shape;421;g3b9e6d2fc4f_0_157"/>
          <p:cNvCxnSpPr>
            <a:stCxn id="413" idx="1"/>
            <a:endCxn id="394" idx="1"/>
          </p:cNvCxnSpPr>
          <p:nvPr/>
        </p:nvCxnSpPr>
        <p:spPr>
          <a:xfrm flipH="1" rot="10800000">
            <a:off x="3203058" y="2913031"/>
            <a:ext cx="171600" cy="1332900"/>
          </a:xfrm>
          <a:prstGeom prst="bentConnector3">
            <a:avLst>
              <a:gd fmla="val -115203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22" name="Google Shape;422;g3b9e6d2fc4f_0_157"/>
          <p:cNvCxnSpPr>
            <a:stCxn id="413" idx="1"/>
            <a:endCxn id="406" idx="1"/>
          </p:cNvCxnSpPr>
          <p:nvPr/>
        </p:nvCxnSpPr>
        <p:spPr>
          <a:xfrm flipH="1" rot="10800000">
            <a:off x="3203058" y="3704431"/>
            <a:ext cx="171600" cy="541500"/>
          </a:xfrm>
          <a:prstGeom prst="bentConnector3">
            <a:avLst>
              <a:gd fmla="val -115203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23" name="Google Shape;423;g3b9e6d2fc4f_0_157"/>
          <p:cNvCxnSpPr>
            <a:stCxn id="413" idx="1"/>
            <a:endCxn id="401" idx="1"/>
          </p:cNvCxnSpPr>
          <p:nvPr/>
        </p:nvCxnSpPr>
        <p:spPr>
          <a:xfrm flipH="1" rot="10800000">
            <a:off x="3203058" y="3325831"/>
            <a:ext cx="286200" cy="920100"/>
          </a:xfrm>
          <a:prstGeom prst="bentConnector3">
            <a:avLst>
              <a:gd fmla="val -69142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grpSp>
        <p:nvGrpSpPr>
          <p:cNvPr id="424" name="Google Shape;424;g3b9e6d2fc4f_0_157"/>
          <p:cNvGrpSpPr/>
          <p:nvPr/>
        </p:nvGrpSpPr>
        <p:grpSpPr>
          <a:xfrm>
            <a:off x="5535012" y="2752838"/>
            <a:ext cx="1246449" cy="321864"/>
            <a:chOff x="1148100" y="3735150"/>
            <a:chExt cx="1500300" cy="398100"/>
          </a:xfrm>
        </p:grpSpPr>
        <p:sp>
          <p:nvSpPr>
            <p:cNvPr id="425" name="Google Shape;425;g3b9e6d2fc4f_0_157"/>
            <p:cNvSpPr/>
            <p:nvPr/>
          </p:nvSpPr>
          <p:spPr>
            <a:xfrm>
              <a:off x="1148100" y="3735150"/>
              <a:ext cx="1500300" cy="3981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g3b9e6d2fc4f_0_157"/>
            <p:cNvSpPr/>
            <p:nvPr/>
          </p:nvSpPr>
          <p:spPr>
            <a:xfrm>
              <a:off x="12858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g3b9e6d2fc4f_0_157"/>
            <p:cNvSpPr/>
            <p:nvPr/>
          </p:nvSpPr>
          <p:spPr>
            <a:xfrm>
              <a:off x="16066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g3b9e6d2fc4f_0_157"/>
            <p:cNvSpPr/>
            <p:nvPr/>
          </p:nvSpPr>
          <p:spPr>
            <a:xfrm>
              <a:off x="19274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g3b9e6d2fc4f_0_157"/>
            <p:cNvSpPr/>
            <p:nvPr/>
          </p:nvSpPr>
          <p:spPr>
            <a:xfrm>
              <a:off x="22482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0" name="Google Shape;430;g3b9e6d2fc4f_0_157"/>
          <p:cNvGrpSpPr/>
          <p:nvPr/>
        </p:nvGrpSpPr>
        <p:grpSpPr>
          <a:xfrm>
            <a:off x="5535012" y="3148607"/>
            <a:ext cx="1246449" cy="321864"/>
            <a:chOff x="1148100" y="3735150"/>
            <a:chExt cx="1500300" cy="398100"/>
          </a:xfrm>
        </p:grpSpPr>
        <p:sp>
          <p:nvSpPr>
            <p:cNvPr id="431" name="Google Shape;431;g3b9e6d2fc4f_0_157"/>
            <p:cNvSpPr/>
            <p:nvPr/>
          </p:nvSpPr>
          <p:spPr>
            <a:xfrm>
              <a:off x="1148100" y="3735150"/>
              <a:ext cx="1500300" cy="3981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g3b9e6d2fc4f_0_157"/>
            <p:cNvSpPr/>
            <p:nvPr/>
          </p:nvSpPr>
          <p:spPr>
            <a:xfrm>
              <a:off x="12858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g3b9e6d2fc4f_0_157"/>
            <p:cNvSpPr/>
            <p:nvPr/>
          </p:nvSpPr>
          <p:spPr>
            <a:xfrm>
              <a:off x="16066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g3b9e6d2fc4f_0_157"/>
            <p:cNvSpPr/>
            <p:nvPr/>
          </p:nvSpPr>
          <p:spPr>
            <a:xfrm>
              <a:off x="19274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g3b9e6d2fc4f_0_157"/>
            <p:cNvSpPr/>
            <p:nvPr/>
          </p:nvSpPr>
          <p:spPr>
            <a:xfrm>
              <a:off x="22482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6" name="Google Shape;436;g3b9e6d2fc4f_0_157"/>
          <p:cNvGrpSpPr/>
          <p:nvPr/>
        </p:nvGrpSpPr>
        <p:grpSpPr>
          <a:xfrm>
            <a:off x="5535012" y="3544376"/>
            <a:ext cx="1246449" cy="321864"/>
            <a:chOff x="1148100" y="3735150"/>
            <a:chExt cx="1500300" cy="398100"/>
          </a:xfrm>
        </p:grpSpPr>
        <p:sp>
          <p:nvSpPr>
            <p:cNvPr id="437" name="Google Shape;437;g3b9e6d2fc4f_0_157"/>
            <p:cNvSpPr/>
            <p:nvPr/>
          </p:nvSpPr>
          <p:spPr>
            <a:xfrm>
              <a:off x="1148100" y="3735150"/>
              <a:ext cx="1500300" cy="3981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g3b9e6d2fc4f_0_157"/>
            <p:cNvSpPr/>
            <p:nvPr/>
          </p:nvSpPr>
          <p:spPr>
            <a:xfrm>
              <a:off x="12858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g3b9e6d2fc4f_0_157"/>
            <p:cNvSpPr/>
            <p:nvPr/>
          </p:nvSpPr>
          <p:spPr>
            <a:xfrm>
              <a:off x="16066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g3b9e6d2fc4f_0_157"/>
            <p:cNvSpPr/>
            <p:nvPr/>
          </p:nvSpPr>
          <p:spPr>
            <a:xfrm>
              <a:off x="19274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g3b9e6d2fc4f_0_157"/>
            <p:cNvSpPr/>
            <p:nvPr/>
          </p:nvSpPr>
          <p:spPr>
            <a:xfrm>
              <a:off x="22482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2" name="Google Shape;442;g3b9e6d2fc4f_0_157"/>
          <p:cNvSpPr txBox="1"/>
          <p:nvPr/>
        </p:nvSpPr>
        <p:spPr>
          <a:xfrm>
            <a:off x="4885842" y="2752049"/>
            <a:ext cx="29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C78D8"/>
                </a:solidFill>
              </a:rPr>
              <a:t>Q</a:t>
            </a:r>
            <a:endParaRPr b="1">
              <a:solidFill>
                <a:srgbClr val="3C78D8"/>
              </a:solidFill>
            </a:endParaRPr>
          </a:p>
        </p:txBody>
      </p:sp>
      <p:grpSp>
        <p:nvGrpSpPr>
          <p:cNvPr id="443" name="Google Shape;443;g3b9e6d2fc4f_0_157"/>
          <p:cNvGrpSpPr/>
          <p:nvPr/>
        </p:nvGrpSpPr>
        <p:grpSpPr>
          <a:xfrm>
            <a:off x="5363346" y="4015266"/>
            <a:ext cx="1310005" cy="463028"/>
            <a:chOff x="811325" y="4332175"/>
            <a:chExt cx="1576800" cy="572700"/>
          </a:xfrm>
        </p:grpSpPr>
        <p:sp>
          <p:nvSpPr>
            <p:cNvPr id="444" name="Google Shape;444;g3b9e6d2fc4f_0_157"/>
            <p:cNvSpPr/>
            <p:nvPr/>
          </p:nvSpPr>
          <p:spPr>
            <a:xfrm>
              <a:off x="811325" y="4332175"/>
              <a:ext cx="1576800" cy="5727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45" name="Google Shape;445;g3b9e6d2fc4f_0_157"/>
            <p:cNvGrpSpPr/>
            <p:nvPr/>
          </p:nvGrpSpPr>
          <p:grpSpPr>
            <a:xfrm>
              <a:off x="1007625" y="4529750"/>
              <a:ext cx="1176600" cy="226500"/>
              <a:chOff x="1285875" y="3842325"/>
              <a:chExt cx="1176600" cy="226500"/>
            </a:xfrm>
          </p:grpSpPr>
          <p:sp>
            <p:nvSpPr>
              <p:cNvPr id="446" name="Google Shape;446;g3b9e6d2fc4f_0_157"/>
              <p:cNvSpPr/>
              <p:nvPr/>
            </p:nvSpPr>
            <p:spPr>
              <a:xfrm>
                <a:off x="1285875" y="3842325"/>
                <a:ext cx="214200" cy="2265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" name="Google Shape;447;g3b9e6d2fc4f_0_157"/>
              <p:cNvSpPr/>
              <p:nvPr/>
            </p:nvSpPr>
            <p:spPr>
              <a:xfrm>
                <a:off x="1606675" y="3842325"/>
                <a:ext cx="214200" cy="2265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" name="Google Shape;448;g3b9e6d2fc4f_0_157"/>
              <p:cNvSpPr/>
              <p:nvPr/>
            </p:nvSpPr>
            <p:spPr>
              <a:xfrm>
                <a:off x="1927475" y="3842325"/>
                <a:ext cx="214200" cy="2265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" name="Google Shape;449;g3b9e6d2fc4f_0_157"/>
              <p:cNvSpPr/>
              <p:nvPr/>
            </p:nvSpPr>
            <p:spPr>
              <a:xfrm>
                <a:off x="2248275" y="3842325"/>
                <a:ext cx="214200" cy="2265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50" name="Google Shape;450;g3b9e6d2fc4f_0_157"/>
          <p:cNvSpPr txBox="1"/>
          <p:nvPr/>
        </p:nvSpPr>
        <p:spPr>
          <a:xfrm>
            <a:off x="4885842" y="3147818"/>
            <a:ext cx="35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K</a:t>
            </a:r>
            <a:endParaRPr b="1">
              <a:solidFill>
                <a:srgbClr val="980000"/>
              </a:solidFill>
            </a:endParaRPr>
          </a:p>
        </p:txBody>
      </p:sp>
      <p:sp>
        <p:nvSpPr>
          <p:cNvPr id="451" name="Google Shape;451;g3b9e6d2fc4f_0_157"/>
          <p:cNvSpPr txBox="1"/>
          <p:nvPr/>
        </p:nvSpPr>
        <p:spPr>
          <a:xfrm>
            <a:off x="4885842" y="3543586"/>
            <a:ext cx="29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8761D"/>
                </a:solidFill>
              </a:rPr>
              <a:t>V</a:t>
            </a:r>
            <a:endParaRPr b="1">
              <a:solidFill>
                <a:srgbClr val="38761D"/>
              </a:solidFill>
            </a:endParaRPr>
          </a:p>
        </p:txBody>
      </p:sp>
      <p:cxnSp>
        <p:nvCxnSpPr>
          <p:cNvPr id="452" name="Google Shape;452;g3b9e6d2fc4f_0_157"/>
          <p:cNvCxnSpPr>
            <a:stCxn id="444" idx="1"/>
            <a:endCxn id="425" idx="1"/>
          </p:cNvCxnSpPr>
          <p:nvPr/>
        </p:nvCxnSpPr>
        <p:spPr>
          <a:xfrm flipH="1" rot="10800000">
            <a:off x="5363346" y="2913880"/>
            <a:ext cx="171600" cy="1332900"/>
          </a:xfrm>
          <a:prstGeom prst="bentConnector3">
            <a:avLst>
              <a:gd fmla="val -115203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53" name="Google Shape;453;g3b9e6d2fc4f_0_157"/>
          <p:cNvCxnSpPr>
            <a:stCxn id="444" idx="1"/>
            <a:endCxn id="437" idx="1"/>
          </p:cNvCxnSpPr>
          <p:nvPr/>
        </p:nvCxnSpPr>
        <p:spPr>
          <a:xfrm flipH="1" rot="10800000">
            <a:off x="5363346" y="3705280"/>
            <a:ext cx="171600" cy="541500"/>
          </a:xfrm>
          <a:prstGeom prst="bentConnector3">
            <a:avLst>
              <a:gd fmla="val -115203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54" name="Google Shape;454;g3b9e6d2fc4f_0_157"/>
          <p:cNvCxnSpPr>
            <a:stCxn id="444" idx="1"/>
            <a:endCxn id="432" idx="1"/>
          </p:cNvCxnSpPr>
          <p:nvPr/>
        </p:nvCxnSpPr>
        <p:spPr>
          <a:xfrm flipH="1" rot="10800000">
            <a:off x="5363346" y="3326680"/>
            <a:ext cx="286200" cy="920100"/>
          </a:xfrm>
          <a:prstGeom prst="bentConnector3">
            <a:avLst>
              <a:gd fmla="val -69142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grpSp>
        <p:nvGrpSpPr>
          <p:cNvPr id="455" name="Google Shape;455;g3b9e6d2fc4f_0_157"/>
          <p:cNvGrpSpPr/>
          <p:nvPr/>
        </p:nvGrpSpPr>
        <p:grpSpPr>
          <a:xfrm>
            <a:off x="7786662" y="2717988"/>
            <a:ext cx="1246449" cy="321864"/>
            <a:chOff x="1148100" y="3735150"/>
            <a:chExt cx="1500300" cy="398100"/>
          </a:xfrm>
        </p:grpSpPr>
        <p:sp>
          <p:nvSpPr>
            <p:cNvPr id="456" name="Google Shape;456;g3b9e6d2fc4f_0_157"/>
            <p:cNvSpPr/>
            <p:nvPr/>
          </p:nvSpPr>
          <p:spPr>
            <a:xfrm>
              <a:off x="1148100" y="3735150"/>
              <a:ext cx="1500300" cy="3981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g3b9e6d2fc4f_0_157"/>
            <p:cNvSpPr/>
            <p:nvPr/>
          </p:nvSpPr>
          <p:spPr>
            <a:xfrm>
              <a:off x="12858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g3b9e6d2fc4f_0_157"/>
            <p:cNvSpPr/>
            <p:nvPr/>
          </p:nvSpPr>
          <p:spPr>
            <a:xfrm>
              <a:off x="16066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g3b9e6d2fc4f_0_157"/>
            <p:cNvSpPr/>
            <p:nvPr/>
          </p:nvSpPr>
          <p:spPr>
            <a:xfrm>
              <a:off x="19274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g3b9e6d2fc4f_0_157"/>
            <p:cNvSpPr/>
            <p:nvPr/>
          </p:nvSpPr>
          <p:spPr>
            <a:xfrm>
              <a:off x="22482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1" name="Google Shape;461;g3b9e6d2fc4f_0_157"/>
          <p:cNvGrpSpPr/>
          <p:nvPr/>
        </p:nvGrpSpPr>
        <p:grpSpPr>
          <a:xfrm>
            <a:off x="7786662" y="3113757"/>
            <a:ext cx="1246449" cy="321864"/>
            <a:chOff x="1148100" y="3735150"/>
            <a:chExt cx="1500300" cy="398100"/>
          </a:xfrm>
        </p:grpSpPr>
        <p:sp>
          <p:nvSpPr>
            <p:cNvPr id="462" name="Google Shape;462;g3b9e6d2fc4f_0_157"/>
            <p:cNvSpPr/>
            <p:nvPr/>
          </p:nvSpPr>
          <p:spPr>
            <a:xfrm>
              <a:off x="1148100" y="3735150"/>
              <a:ext cx="1500300" cy="3981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g3b9e6d2fc4f_0_157"/>
            <p:cNvSpPr/>
            <p:nvPr/>
          </p:nvSpPr>
          <p:spPr>
            <a:xfrm>
              <a:off x="12858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g3b9e6d2fc4f_0_157"/>
            <p:cNvSpPr/>
            <p:nvPr/>
          </p:nvSpPr>
          <p:spPr>
            <a:xfrm>
              <a:off x="16066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g3b9e6d2fc4f_0_157"/>
            <p:cNvSpPr/>
            <p:nvPr/>
          </p:nvSpPr>
          <p:spPr>
            <a:xfrm>
              <a:off x="19274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g3b9e6d2fc4f_0_157"/>
            <p:cNvSpPr/>
            <p:nvPr/>
          </p:nvSpPr>
          <p:spPr>
            <a:xfrm>
              <a:off x="22482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7" name="Google Shape;467;g3b9e6d2fc4f_0_157"/>
          <p:cNvGrpSpPr/>
          <p:nvPr/>
        </p:nvGrpSpPr>
        <p:grpSpPr>
          <a:xfrm>
            <a:off x="7786662" y="3509526"/>
            <a:ext cx="1246449" cy="321864"/>
            <a:chOff x="1148100" y="3735150"/>
            <a:chExt cx="1500300" cy="398100"/>
          </a:xfrm>
        </p:grpSpPr>
        <p:sp>
          <p:nvSpPr>
            <p:cNvPr id="468" name="Google Shape;468;g3b9e6d2fc4f_0_157"/>
            <p:cNvSpPr/>
            <p:nvPr/>
          </p:nvSpPr>
          <p:spPr>
            <a:xfrm>
              <a:off x="1148100" y="3735150"/>
              <a:ext cx="1500300" cy="3981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g3b9e6d2fc4f_0_157"/>
            <p:cNvSpPr/>
            <p:nvPr/>
          </p:nvSpPr>
          <p:spPr>
            <a:xfrm>
              <a:off x="12858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g3b9e6d2fc4f_0_157"/>
            <p:cNvSpPr/>
            <p:nvPr/>
          </p:nvSpPr>
          <p:spPr>
            <a:xfrm>
              <a:off x="16066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g3b9e6d2fc4f_0_157"/>
            <p:cNvSpPr/>
            <p:nvPr/>
          </p:nvSpPr>
          <p:spPr>
            <a:xfrm>
              <a:off x="19274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g3b9e6d2fc4f_0_157"/>
            <p:cNvSpPr/>
            <p:nvPr/>
          </p:nvSpPr>
          <p:spPr>
            <a:xfrm>
              <a:off x="22482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3" name="Google Shape;473;g3b9e6d2fc4f_0_157"/>
          <p:cNvSpPr txBox="1"/>
          <p:nvPr/>
        </p:nvSpPr>
        <p:spPr>
          <a:xfrm>
            <a:off x="7137492" y="2717199"/>
            <a:ext cx="29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C78D8"/>
                </a:solidFill>
              </a:rPr>
              <a:t>Q</a:t>
            </a:r>
            <a:endParaRPr b="1">
              <a:solidFill>
                <a:srgbClr val="3C78D8"/>
              </a:solidFill>
            </a:endParaRPr>
          </a:p>
        </p:txBody>
      </p:sp>
      <p:grpSp>
        <p:nvGrpSpPr>
          <p:cNvPr id="474" name="Google Shape;474;g3b9e6d2fc4f_0_157"/>
          <p:cNvGrpSpPr/>
          <p:nvPr/>
        </p:nvGrpSpPr>
        <p:grpSpPr>
          <a:xfrm>
            <a:off x="7614996" y="3980416"/>
            <a:ext cx="1310005" cy="463028"/>
            <a:chOff x="811325" y="4332175"/>
            <a:chExt cx="1576800" cy="572700"/>
          </a:xfrm>
        </p:grpSpPr>
        <p:sp>
          <p:nvSpPr>
            <p:cNvPr id="475" name="Google Shape;475;g3b9e6d2fc4f_0_157"/>
            <p:cNvSpPr/>
            <p:nvPr/>
          </p:nvSpPr>
          <p:spPr>
            <a:xfrm>
              <a:off x="811325" y="4332175"/>
              <a:ext cx="1576800" cy="5727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76" name="Google Shape;476;g3b9e6d2fc4f_0_157"/>
            <p:cNvGrpSpPr/>
            <p:nvPr/>
          </p:nvGrpSpPr>
          <p:grpSpPr>
            <a:xfrm>
              <a:off x="1007625" y="4529750"/>
              <a:ext cx="1176600" cy="226500"/>
              <a:chOff x="1285875" y="3842325"/>
              <a:chExt cx="1176600" cy="226500"/>
            </a:xfrm>
          </p:grpSpPr>
          <p:sp>
            <p:nvSpPr>
              <p:cNvPr id="477" name="Google Shape;477;g3b9e6d2fc4f_0_157"/>
              <p:cNvSpPr/>
              <p:nvPr/>
            </p:nvSpPr>
            <p:spPr>
              <a:xfrm>
                <a:off x="1285875" y="3842325"/>
                <a:ext cx="214200" cy="2265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8" name="Google Shape;478;g3b9e6d2fc4f_0_157"/>
              <p:cNvSpPr/>
              <p:nvPr/>
            </p:nvSpPr>
            <p:spPr>
              <a:xfrm>
                <a:off x="1606675" y="3842325"/>
                <a:ext cx="214200" cy="2265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9" name="Google Shape;479;g3b9e6d2fc4f_0_157"/>
              <p:cNvSpPr/>
              <p:nvPr/>
            </p:nvSpPr>
            <p:spPr>
              <a:xfrm>
                <a:off x="1927475" y="3842325"/>
                <a:ext cx="214200" cy="2265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0" name="Google Shape;480;g3b9e6d2fc4f_0_157"/>
              <p:cNvSpPr/>
              <p:nvPr/>
            </p:nvSpPr>
            <p:spPr>
              <a:xfrm>
                <a:off x="2248275" y="3842325"/>
                <a:ext cx="214200" cy="2265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81" name="Google Shape;481;g3b9e6d2fc4f_0_157"/>
          <p:cNvSpPr txBox="1"/>
          <p:nvPr/>
        </p:nvSpPr>
        <p:spPr>
          <a:xfrm>
            <a:off x="7137492" y="3112968"/>
            <a:ext cx="35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K</a:t>
            </a:r>
            <a:endParaRPr b="1">
              <a:solidFill>
                <a:srgbClr val="980000"/>
              </a:solidFill>
            </a:endParaRPr>
          </a:p>
        </p:txBody>
      </p:sp>
      <p:sp>
        <p:nvSpPr>
          <p:cNvPr id="482" name="Google Shape;482;g3b9e6d2fc4f_0_157"/>
          <p:cNvSpPr txBox="1"/>
          <p:nvPr/>
        </p:nvSpPr>
        <p:spPr>
          <a:xfrm>
            <a:off x="7137492" y="3508736"/>
            <a:ext cx="29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8761D"/>
                </a:solidFill>
              </a:rPr>
              <a:t>V</a:t>
            </a:r>
            <a:endParaRPr b="1">
              <a:solidFill>
                <a:srgbClr val="38761D"/>
              </a:solidFill>
            </a:endParaRPr>
          </a:p>
        </p:txBody>
      </p:sp>
      <p:cxnSp>
        <p:nvCxnSpPr>
          <p:cNvPr id="483" name="Google Shape;483;g3b9e6d2fc4f_0_157"/>
          <p:cNvCxnSpPr>
            <a:stCxn id="475" idx="1"/>
            <a:endCxn id="456" idx="1"/>
          </p:cNvCxnSpPr>
          <p:nvPr/>
        </p:nvCxnSpPr>
        <p:spPr>
          <a:xfrm flipH="1" rot="10800000">
            <a:off x="7614996" y="2879030"/>
            <a:ext cx="171600" cy="1332900"/>
          </a:xfrm>
          <a:prstGeom prst="bentConnector3">
            <a:avLst>
              <a:gd fmla="val -138767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84" name="Google Shape;484;g3b9e6d2fc4f_0_157"/>
          <p:cNvCxnSpPr>
            <a:stCxn id="475" idx="1"/>
            <a:endCxn id="468" idx="1"/>
          </p:cNvCxnSpPr>
          <p:nvPr/>
        </p:nvCxnSpPr>
        <p:spPr>
          <a:xfrm flipH="1" rot="10800000">
            <a:off x="7614996" y="3670430"/>
            <a:ext cx="171600" cy="541500"/>
          </a:xfrm>
          <a:prstGeom prst="bentConnector3">
            <a:avLst>
              <a:gd fmla="val -138767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85" name="Google Shape;485;g3b9e6d2fc4f_0_157"/>
          <p:cNvCxnSpPr>
            <a:stCxn id="475" idx="1"/>
            <a:endCxn id="463" idx="1"/>
          </p:cNvCxnSpPr>
          <p:nvPr/>
        </p:nvCxnSpPr>
        <p:spPr>
          <a:xfrm flipH="1" rot="10800000">
            <a:off x="7614996" y="3291830"/>
            <a:ext cx="286200" cy="920100"/>
          </a:xfrm>
          <a:prstGeom prst="bentConnector3">
            <a:avLst>
              <a:gd fmla="val -83202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86" name="Google Shape;486;g3b9e6d2fc4f_0_157"/>
          <p:cNvCxnSpPr/>
          <p:nvPr/>
        </p:nvCxnSpPr>
        <p:spPr>
          <a:xfrm>
            <a:off x="1546575" y="4443450"/>
            <a:ext cx="0" cy="36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7" name="Google Shape;487;g3b9e6d2fc4f_0_157"/>
          <p:cNvCxnSpPr/>
          <p:nvPr/>
        </p:nvCxnSpPr>
        <p:spPr>
          <a:xfrm>
            <a:off x="3997950" y="4478300"/>
            <a:ext cx="0" cy="36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8" name="Google Shape;488;g3b9e6d2fc4f_0_157"/>
          <p:cNvCxnSpPr/>
          <p:nvPr/>
        </p:nvCxnSpPr>
        <p:spPr>
          <a:xfrm>
            <a:off x="6158225" y="4478300"/>
            <a:ext cx="0" cy="36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9" name="Google Shape;489;g3b9e6d2fc4f_0_157"/>
          <p:cNvCxnSpPr/>
          <p:nvPr/>
        </p:nvCxnSpPr>
        <p:spPr>
          <a:xfrm>
            <a:off x="8409875" y="4478300"/>
            <a:ext cx="0" cy="36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90" name="Google Shape;490;g3b9e6d2fc4f_0_157"/>
          <p:cNvGrpSpPr/>
          <p:nvPr/>
        </p:nvGrpSpPr>
        <p:grpSpPr>
          <a:xfrm>
            <a:off x="473894" y="1723503"/>
            <a:ext cx="1246449" cy="321864"/>
            <a:chOff x="1148100" y="3735150"/>
            <a:chExt cx="1500300" cy="398100"/>
          </a:xfrm>
        </p:grpSpPr>
        <p:sp>
          <p:nvSpPr>
            <p:cNvPr id="491" name="Google Shape;491;g3b9e6d2fc4f_0_157"/>
            <p:cNvSpPr/>
            <p:nvPr/>
          </p:nvSpPr>
          <p:spPr>
            <a:xfrm>
              <a:off x="1148100" y="3735150"/>
              <a:ext cx="1500300" cy="3981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g3b9e6d2fc4f_0_157"/>
            <p:cNvSpPr/>
            <p:nvPr/>
          </p:nvSpPr>
          <p:spPr>
            <a:xfrm>
              <a:off x="12858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g3b9e6d2fc4f_0_157"/>
            <p:cNvSpPr/>
            <p:nvPr/>
          </p:nvSpPr>
          <p:spPr>
            <a:xfrm>
              <a:off x="16066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g3b9e6d2fc4f_0_157"/>
            <p:cNvSpPr/>
            <p:nvPr/>
          </p:nvSpPr>
          <p:spPr>
            <a:xfrm>
              <a:off x="19274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g3b9e6d2fc4f_0_157"/>
            <p:cNvSpPr/>
            <p:nvPr/>
          </p:nvSpPr>
          <p:spPr>
            <a:xfrm>
              <a:off x="22482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6" name="Google Shape;496;g3b9e6d2fc4f_0_157"/>
          <p:cNvGrpSpPr/>
          <p:nvPr/>
        </p:nvGrpSpPr>
        <p:grpSpPr>
          <a:xfrm>
            <a:off x="1821668" y="1454084"/>
            <a:ext cx="293086" cy="1148005"/>
            <a:chOff x="2143125" y="964400"/>
            <a:chExt cx="484200" cy="1607400"/>
          </a:xfrm>
        </p:grpSpPr>
        <p:sp>
          <p:nvSpPr>
            <p:cNvPr id="497" name="Google Shape;497;g3b9e6d2fc4f_0_157"/>
            <p:cNvSpPr/>
            <p:nvPr/>
          </p:nvSpPr>
          <p:spPr>
            <a:xfrm>
              <a:off x="2143125" y="964400"/>
              <a:ext cx="484200" cy="16074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g3b9e6d2fc4f_0_157"/>
            <p:cNvSpPr/>
            <p:nvPr/>
          </p:nvSpPr>
          <p:spPr>
            <a:xfrm>
              <a:off x="2261475" y="1769050"/>
              <a:ext cx="222300" cy="2394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g3b9e6d2fc4f_0_157"/>
            <p:cNvSpPr/>
            <p:nvPr/>
          </p:nvSpPr>
          <p:spPr>
            <a:xfrm>
              <a:off x="2261475" y="2160500"/>
              <a:ext cx="222300" cy="2394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g3b9e6d2fc4f_0_157"/>
            <p:cNvSpPr/>
            <p:nvPr/>
          </p:nvSpPr>
          <p:spPr>
            <a:xfrm>
              <a:off x="2261475" y="1377600"/>
              <a:ext cx="222300" cy="2394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g3b9e6d2fc4f_0_157"/>
            <p:cNvSpPr/>
            <p:nvPr/>
          </p:nvSpPr>
          <p:spPr>
            <a:xfrm>
              <a:off x="2261475" y="1077963"/>
              <a:ext cx="222300" cy="2394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2" name="Google Shape;502;g3b9e6d2fc4f_0_157"/>
          <p:cNvGrpSpPr/>
          <p:nvPr/>
        </p:nvGrpSpPr>
        <p:grpSpPr>
          <a:xfrm>
            <a:off x="2725544" y="1660791"/>
            <a:ext cx="1246449" cy="321864"/>
            <a:chOff x="1148100" y="3735150"/>
            <a:chExt cx="1500300" cy="398100"/>
          </a:xfrm>
        </p:grpSpPr>
        <p:sp>
          <p:nvSpPr>
            <p:cNvPr id="503" name="Google Shape;503;g3b9e6d2fc4f_0_157"/>
            <p:cNvSpPr/>
            <p:nvPr/>
          </p:nvSpPr>
          <p:spPr>
            <a:xfrm>
              <a:off x="1148100" y="3735150"/>
              <a:ext cx="1500300" cy="3981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g3b9e6d2fc4f_0_157"/>
            <p:cNvSpPr/>
            <p:nvPr/>
          </p:nvSpPr>
          <p:spPr>
            <a:xfrm>
              <a:off x="12858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g3b9e6d2fc4f_0_157"/>
            <p:cNvSpPr/>
            <p:nvPr/>
          </p:nvSpPr>
          <p:spPr>
            <a:xfrm>
              <a:off x="16066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g3b9e6d2fc4f_0_157"/>
            <p:cNvSpPr/>
            <p:nvPr/>
          </p:nvSpPr>
          <p:spPr>
            <a:xfrm>
              <a:off x="19274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g3b9e6d2fc4f_0_157"/>
            <p:cNvSpPr/>
            <p:nvPr/>
          </p:nvSpPr>
          <p:spPr>
            <a:xfrm>
              <a:off x="22482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8" name="Google Shape;508;g3b9e6d2fc4f_0_157"/>
          <p:cNvGrpSpPr/>
          <p:nvPr/>
        </p:nvGrpSpPr>
        <p:grpSpPr>
          <a:xfrm>
            <a:off x="4073318" y="1391371"/>
            <a:ext cx="293086" cy="1148005"/>
            <a:chOff x="2143125" y="964400"/>
            <a:chExt cx="484200" cy="1607400"/>
          </a:xfrm>
        </p:grpSpPr>
        <p:sp>
          <p:nvSpPr>
            <p:cNvPr id="509" name="Google Shape;509;g3b9e6d2fc4f_0_157"/>
            <p:cNvSpPr/>
            <p:nvPr/>
          </p:nvSpPr>
          <p:spPr>
            <a:xfrm>
              <a:off x="2143125" y="964400"/>
              <a:ext cx="484200" cy="16074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g3b9e6d2fc4f_0_157"/>
            <p:cNvSpPr/>
            <p:nvPr/>
          </p:nvSpPr>
          <p:spPr>
            <a:xfrm>
              <a:off x="2261475" y="1769050"/>
              <a:ext cx="222300" cy="2394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g3b9e6d2fc4f_0_157"/>
            <p:cNvSpPr/>
            <p:nvPr/>
          </p:nvSpPr>
          <p:spPr>
            <a:xfrm>
              <a:off x="2261475" y="2160500"/>
              <a:ext cx="222300" cy="2394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g3b9e6d2fc4f_0_157"/>
            <p:cNvSpPr/>
            <p:nvPr/>
          </p:nvSpPr>
          <p:spPr>
            <a:xfrm>
              <a:off x="2261475" y="1377600"/>
              <a:ext cx="222300" cy="2394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g3b9e6d2fc4f_0_157"/>
            <p:cNvSpPr/>
            <p:nvPr/>
          </p:nvSpPr>
          <p:spPr>
            <a:xfrm>
              <a:off x="2261475" y="1077963"/>
              <a:ext cx="222300" cy="2394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4" name="Google Shape;514;g3b9e6d2fc4f_0_157"/>
          <p:cNvGrpSpPr/>
          <p:nvPr/>
        </p:nvGrpSpPr>
        <p:grpSpPr>
          <a:xfrm>
            <a:off x="5197919" y="1661216"/>
            <a:ext cx="1246449" cy="321864"/>
            <a:chOff x="1148100" y="3735150"/>
            <a:chExt cx="1500300" cy="398100"/>
          </a:xfrm>
        </p:grpSpPr>
        <p:sp>
          <p:nvSpPr>
            <p:cNvPr id="515" name="Google Shape;515;g3b9e6d2fc4f_0_157"/>
            <p:cNvSpPr/>
            <p:nvPr/>
          </p:nvSpPr>
          <p:spPr>
            <a:xfrm>
              <a:off x="1148100" y="3735150"/>
              <a:ext cx="1500300" cy="3981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g3b9e6d2fc4f_0_157"/>
            <p:cNvSpPr/>
            <p:nvPr/>
          </p:nvSpPr>
          <p:spPr>
            <a:xfrm>
              <a:off x="12858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g3b9e6d2fc4f_0_157"/>
            <p:cNvSpPr/>
            <p:nvPr/>
          </p:nvSpPr>
          <p:spPr>
            <a:xfrm>
              <a:off x="16066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g3b9e6d2fc4f_0_157"/>
            <p:cNvSpPr/>
            <p:nvPr/>
          </p:nvSpPr>
          <p:spPr>
            <a:xfrm>
              <a:off x="19274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g3b9e6d2fc4f_0_157"/>
            <p:cNvSpPr/>
            <p:nvPr/>
          </p:nvSpPr>
          <p:spPr>
            <a:xfrm>
              <a:off x="22482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0" name="Google Shape;520;g3b9e6d2fc4f_0_157"/>
          <p:cNvGrpSpPr/>
          <p:nvPr/>
        </p:nvGrpSpPr>
        <p:grpSpPr>
          <a:xfrm>
            <a:off x="6545693" y="1391796"/>
            <a:ext cx="293086" cy="1148005"/>
            <a:chOff x="2143125" y="964400"/>
            <a:chExt cx="484200" cy="1607400"/>
          </a:xfrm>
        </p:grpSpPr>
        <p:sp>
          <p:nvSpPr>
            <p:cNvPr id="521" name="Google Shape;521;g3b9e6d2fc4f_0_157"/>
            <p:cNvSpPr/>
            <p:nvPr/>
          </p:nvSpPr>
          <p:spPr>
            <a:xfrm>
              <a:off x="2143125" y="964400"/>
              <a:ext cx="484200" cy="16074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g3b9e6d2fc4f_0_157"/>
            <p:cNvSpPr/>
            <p:nvPr/>
          </p:nvSpPr>
          <p:spPr>
            <a:xfrm>
              <a:off x="2261475" y="1769050"/>
              <a:ext cx="222300" cy="2394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g3b9e6d2fc4f_0_157"/>
            <p:cNvSpPr/>
            <p:nvPr/>
          </p:nvSpPr>
          <p:spPr>
            <a:xfrm>
              <a:off x="2261475" y="2160500"/>
              <a:ext cx="222300" cy="2394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g3b9e6d2fc4f_0_157"/>
            <p:cNvSpPr/>
            <p:nvPr/>
          </p:nvSpPr>
          <p:spPr>
            <a:xfrm>
              <a:off x="2261475" y="1377600"/>
              <a:ext cx="222300" cy="2394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g3b9e6d2fc4f_0_157"/>
            <p:cNvSpPr/>
            <p:nvPr/>
          </p:nvSpPr>
          <p:spPr>
            <a:xfrm>
              <a:off x="2261475" y="1077963"/>
              <a:ext cx="222300" cy="2394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6" name="Google Shape;526;g3b9e6d2fc4f_0_157"/>
          <p:cNvGrpSpPr/>
          <p:nvPr/>
        </p:nvGrpSpPr>
        <p:grpSpPr>
          <a:xfrm>
            <a:off x="7137494" y="1643791"/>
            <a:ext cx="1246449" cy="321864"/>
            <a:chOff x="1148100" y="3735150"/>
            <a:chExt cx="1500300" cy="398100"/>
          </a:xfrm>
        </p:grpSpPr>
        <p:sp>
          <p:nvSpPr>
            <p:cNvPr id="527" name="Google Shape;527;g3b9e6d2fc4f_0_157"/>
            <p:cNvSpPr/>
            <p:nvPr/>
          </p:nvSpPr>
          <p:spPr>
            <a:xfrm>
              <a:off x="1148100" y="3735150"/>
              <a:ext cx="1500300" cy="3981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g3b9e6d2fc4f_0_157"/>
            <p:cNvSpPr/>
            <p:nvPr/>
          </p:nvSpPr>
          <p:spPr>
            <a:xfrm>
              <a:off x="12858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g3b9e6d2fc4f_0_157"/>
            <p:cNvSpPr/>
            <p:nvPr/>
          </p:nvSpPr>
          <p:spPr>
            <a:xfrm>
              <a:off x="16066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g3b9e6d2fc4f_0_157"/>
            <p:cNvSpPr/>
            <p:nvPr/>
          </p:nvSpPr>
          <p:spPr>
            <a:xfrm>
              <a:off x="19274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g3b9e6d2fc4f_0_157"/>
            <p:cNvSpPr/>
            <p:nvPr/>
          </p:nvSpPr>
          <p:spPr>
            <a:xfrm>
              <a:off x="22482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2" name="Google Shape;532;g3b9e6d2fc4f_0_157"/>
          <p:cNvGrpSpPr/>
          <p:nvPr/>
        </p:nvGrpSpPr>
        <p:grpSpPr>
          <a:xfrm>
            <a:off x="8485268" y="1374371"/>
            <a:ext cx="293086" cy="1148005"/>
            <a:chOff x="2143125" y="964400"/>
            <a:chExt cx="484200" cy="1607400"/>
          </a:xfrm>
        </p:grpSpPr>
        <p:sp>
          <p:nvSpPr>
            <p:cNvPr id="533" name="Google Shape;533;g3b9e6d2fc4f_0_157"/>
            <p:cNvSpPr/>
            <p:nvPr/>
          </p:nvSpPr>
          <p:spPr>
            <a:xfrm>
              <a:off x="2143125" y="964400"/>
              <a:ext cx="484200" cy="16074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g3b9e6d2fc4f_0_157"/>
            <p:cNvSpPr/>
            <p:nvPr/>
          </p:nvSpPr>
          <p:spPr>
            <a:xfrm>
              <a:off x="2261475" y="1769050"/>
              <a:ext cx="222300" cy="2394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g3b9e6d2fc4f_0_157"/>
            <p:cNvSpPr/>
            <p:nvPr/>
          </p:nvSpPr>
          <p:spPr>
            <a:xfrm>
              <a:off x="2261475" y="2160500"/>
              <a:ext cx="222300" cy="2394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g3b9e6d2fc4f_0_157"/>
            <p:cNvSpPr/>
            <p:nvPr/>
          </p:nvSpPr>
          <p:spPr>
            <a:xfrm>
              <a:off x="2261475" y="1377600"/>
              <a:ext cx="222300" cy="2394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g3b9e6d2fc4f_0_157"/>
            <p:cNvSpPr/>
            <p:nvPr/>
          </p:nvSpPr>
          <p:spPr>
            <a:xfrm>
              <a:off x="2261475" y="1077963"/>
              <a:ext cx="222300" cy="2394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8" name="Google Shape;538;g3b9e6d2fc4f_0_157"/>
          <p:cNvSpPr txBox="1"/>
          <p:nvPr/>
        </p:nvSpPr>
        <p:spPr>
          <a:xfrm>
            <a:off x="855025" y="1243600"/>
            <a:ext cx="48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A86E8"/>
                </a:solidFill>
              </a:rPr>
              <a:t>Q1</a:t>
            </a:r>
            <a:endParaRPr b="1">
              <a:solidFill>
                <a:srgbClr val="4A86E8"/>
              </a:solidFill>
            </a:endParaRPr>
          </a:p>
        </p:txBody>
      </p:sp>
      <p:sp>
        <p:nvSpPr>
          <p:cNvPr id="539" name="Google Shape;539;g3b9e6d2fc4f_0_157"/>
          <p:cNvSpPr txBox="1"/>
          <p:nvPr/>
        </p:nvSpPr>
        <p:spPr>
          <a:xfrm>
            <a:off x="3106675" y="1243600"/>
            <a:ext cx="48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A86E8"/>
                </a:solidFill>
              </a:rPr>
              <a:t>Q1</a:t>
            </a:r>
            <a:endParaRPr b="1">
              <a:solidFill>
                <a:srgbClr val="4A86E8"/>
              </a:solidFill>
            </a:endParaRPr>
          </a:p>
        </p:txBody>
      </p:sp>
      <p:sp>
        <p:nvSpPr>
          <p:cNvPr id="540" name="Google Shape;540;g3b9e6d2fc4f_0_157"/>
          <p:cNvSpPr txBox="1"/>
          <p:nvPr/>
        </p:nvSpPr>
        <p:spPr>
          <a:xfrm>
            <a:off x="5579050" y="1243600"/>
            <a:ext cx="48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A86E8"/>
                </a:solidFill>
              </a:rPr>
              <a:t>Q1</a:t>
            </a:r>
            <a:endParaRPr b="1">
              <a:solidFill>
                <a:srgbClr val="4A86E8"/>
              </a:solidFill>
            </a:endParaRPr>
          </a:p>
        </p:txBody>
      </p:sp>
      <p:sp>
        <p:nvSpPr>
          <p:cNvPr id="541" name="Google Shape;541;g3b9e6d2fc4f_0_157"/>
          <p:cNvSpPr txBox="1"/>
          <p:nvPr/>
        </p:nvSpPr>
        <p:spPr>
          <a:xfrm>
            <a:off x="7518625" y="1243600"/>
            <a:ext cx="48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A86E8"/>
                </a:solidFill>
              </a:rPr>
              <a:t>Q1</a:t>
            </a:r>
            <a:endParaRPr b="1">
              <a:solidFill>
                <a:srgbClr val="4A86E8"/>
              </a:solidFill>
            </a:endParaRPr>
          </a:p>
        </p:txBody>
      </p:sp>
      <p:sp>
        <p:nvSpPr>
          <p:cNvPr id="542" name="Google Shape;542;g3b9e6d2fc4f_0_157"/>
          <p:cNvSpPr txBox="1"/>
          <p:nvPr/>
        </p:nvSpPr>
        <p:spPr>
          <a:xfrm>
            <a:off x="1304475" y="2198163"/>
            <a:ext cx="48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K1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543" name="Google Shape;543;g3b9e6d2fc4f_0_157"/>
          <p:cNvSpPr txBox="1"/>
          <p:nvPr/>
        </p:nvSpPr>
        <p:spPr>
          <a:xfrm>
            <a:off x="3513750" y="2167225"/>
            <a:ext cx="48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K2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544" name="Google Shape;544;g3b9e6d2fc4f_0_157"/>
          <p:cNvSpPr txBox="1"/>
          <p:nvPr/>
        </p:nvSpPr>
        <p:spPr>
          <a:xfrm>
            <a:off x="5999513" y="2196088"/>
            <a:ext cx="48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K3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545" name="Google Shape;545;g3b9e6d2fc4f_0_157"/>
          <p:cNvSpPr txBox="1"/>
          <p:nvPr/>
        </p:nvSpPr>
        <p:spPr>
          <a:xfrm>
            <a:off x="7901188" y="2178663"/>
            <a:ext cx="48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K4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b9e6d2fc4f_0_5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99CC"/>
                </a:solidFill>
              </a:rPr>
              <a:t>Self attention: Learn a weighted avg representation for each token w.r.t other tokens </a:t>
            </a:r>
            <a:endParaRPr>
              <a:solidFill>
                <a:srgbClr val="0099CC"/>
              </a:solidFill>
            </a:endParaRPr>
          </a:p>
        </p:txBody>
      </p:sp>
      <p:grpSp>
        <p:nvGrpSpPr>
          <p:cNvPr id="551" name="Google Shape;551;g3b9e6d2fc4f_0_541"/>
          <p:cNvGrpSpPr/>
          <p:nvPr/>
        </p:nvGrpSpPr>
        <p:grpSpPr>
          <a:xfrm>
            <a:off x="1123069" y="2751141"/>
            <a:ext cx="1246449" cy="321864"/>
            <a:chOff x="1148100" y="3735150"/>
            <a:chExt cx="1500300" cy="398100"/>
          </a:xfrm>
        </p:grpSpPr>
        <p:sp>
          <p:nvSpPr>
            <p:cNvPr id="552" name="Google Shape;552;g3b9e6d2fc4f_0_541"/>
            <p:cNvSpPr/>
            <p:nvPr/>
          </p:nvSpPr>
          <p:spPr>
            <a:xfrm>
              <a:off x="1148100" y="3735150"/>
              <a:ext cx="1500300" cy="3981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g3b9e6d2fc4f_0_541"/>
            <p:cNvSpPr/>
            <p:nvPr/>
          </p:nvSpPr>
          <p:spPr>
            <a:xfrm>
              <a:off x="12858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g3b9e6d2fc4f_0_541"/>
            <p:cNvSpPr/>
            <p:nvPr/>
          </p:nvSpPr>
          <p:spPr>
            <a:xfrm>
              <a:off x="16066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g3b9e6d2fc4f_0_541"/>
            <p:cNvSpPr/>
            <p:nvPr/>
          </p:nvSpPr>
          <p:spPr>
            <a:xfrm>
              <a:off x="19274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g3b9e6d2fc4f_0_541"/>
            <p:cNvSpPr/>
            <p:nvPr/>
          </p:nvSpPr>
          <p:spPr>
            <a:xfrm>
              <a:off x="22482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7" name="Google Shape;557;g3b9e6d2fc4f_0_541"/>
          <p:cNvGrpSpPr/>
          <p:nvPr/>
        </p:nvGrpSpPr>
        <p:grpSpPr>
          <a:xfrm>
            <a:off x="1123069" y="3146909"/>
            <a:ext cx="1246449" cy="321864"/>
            <a:chOff x="1148100" y="3735150"/>
            <a:chExt cx="1500300" cy="398100"/>
          </a:xfrm>
        </p:grpSpPr>
        <p:sp>
          <p:nvSpPr>
            <p:cNvPr id="558" name="Google Shape;558;g3b9e6d2fc4f_0_541"/>
            <p:cNvSpPr/>
            <p:nvPr/>
          </p:nvSpPr>
          <p:spPr>
            <a:xfrm>
              <a:off x="1148100" y="3735150"/>
              <a:ext cx="1500300" cy="3981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g3b9e6d2fc4f_0_541"/>
            <p:cNvSpPr/>
            <p:nvPr/>
          </p:nvSpPr>
          <p:spPr>
            <a:xfrm>
              <a:off x="12858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g3b9e6d2fc4f_0_541"/>
            <p:cNvSpPr/>
            <p:nvPr/>
          </p:nvSpPr>
          <p:spPr>
            <a:xfrm>
              <a:off x="16066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g3b9e6d2fc4f_0_541"/>
            <p:cNvSpPr/>
            <p:nvPr/>
          </p:nvSpPr>
          <p:spPr>
            <a:xfrm>
              <a:off x="19274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g3b9e6d2fc4f_0_541"/>
            <p:cNvSpPr/>
            <p:nvPr/>
          </p:nvSpPr>
          <p:spPr>
            <a:xfrm>
              <a:off x="22482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3" name="Google Shape;563;g3b9e6d2fc4f_0_541"/>
          <p:cNvGrpSpPr/>
          <p:nvPr/>
        </p:nvGrpSpPr>
        <p:grpSpPr>
          <a:xfrm>
            <a:off x="1123069" y="3542678"/>
            <a:ext cx="1246449" cy="321864"/>
            <a:chOff x="1148100" y="3735150"/>
            <a:chExt cx="1500300" cy="398100"/>
          </a:xfrm>
        </p:grpSpPr>
        <p:sp>
          <p:nvSpPr>
            <p:cNvPr id="564" name="Google Shape;564;g3b9e6d2fc4f_0_541"/>
            <p:cNvSpPr/>
            <p:nvPr/>
          </p:nvSpPr>
          <p:spPr>
            <a:xfrm>
              <a:off x="1148100" y="3735150"/>
              <a:ext cx="1500300" cy="3981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g3b9e6d2fc4f_0_541"/>
            <p:cNvSpPr/>
            <p:nvPr/>
          </p:nvSpPr>
          <p:spPr>
            <a:xfrm>
              <a:off x="12858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g3b9e6d2fc4f_0_541"/>
            <p:cNvSpPr/>
            <p:nvPr/>
          </p:nvSpPr>
          <p:spPr>
            <a:xfrm>
              <a:off x="16066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g3b9e6d2fc4f_0_541"/>
            <p:cNvSpPr/>
            <p:nvPr/>
          </p:nvSpPr>
          <p:spPr>
            <a:xfrm>
              <a:off x="19274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g3b9e6d2fc4f_0_541"/>
            <p:cNvSpPr/>
            <p:nvPr/>
          </p:nvSpPr>
          <p:spPr>
            <a:xfrm>
              <a:off x="22482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9" name="Google Shape;569;g3b9e6d2fc4f_0_541"/>
          <p:cNvSpPr txBox="1"/>
          <p:nvPr/>
        </p:nvSpPr>
        <p:spPr>
          <a:xfrm>
            <a:off x="473900" y="2750351"/>
            <a:ext cx="29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C78D8"/>
                </a:solidFill>
              </a:rPr>
              <a:t>Q</a:t>
            </a:r>
            <a:endParaRPr b="1">
              <a:solidFill>
                <a:srgbClr val="3C78D8"/>
              </a:solidFill>
            </a:endParaRPr>
          </a:p>
        </p:txBody>
      </p:sp>
      <p:grpSp>
        <p:nvGrpSpPr>
          <p:cNvPr id="570" name="Google Shape;570;g3b9e6d2fc4f_0_541"/>
          <p:cNvGrpSpPr/>
          <p:nvPr/>
        </p:nvGrpSpPr>
        <p:grpSpPr>
          <a:xfrm>
            <a:off x="951404" y="4013568"/>
            <a:ext cx="1310005" cy="463028"/>
            <a:chOff x="811325" y="4332175"/>
            <a:chExt cx="1576800" cy="572700"/>
          </a:xfrm>
        </p:grpSpPr>
        <p:sp>
          <p:nvSpPr>
            <p:cNvPr id="571" name="Google Shape;571;g3b9e6d2fc4f_0_541"/>
            <p:cNvSpPr/>
            <p:nvPr/>
          </p:nvSpPr>
          <p:spPr>
            <a:xfrm>
              <a:off x="811325" y="4332175"/>
              <a:ext cx="1576800" cy="5727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72" name="Google Shape;572;g3b9e6d2fc4f_0_541"/>
            <p:cNvGrpSpPr/>
            <p:nvPr/>
          </p:nvGrpSpPr>
          <p:grpSpPr>
            <a:xfrm>
              <a:off x="1007625" y="4529750"/>
              <a:ext cx="1176600" cy="226500"/>
              <a:chOff x="1285875" y="3842325"/>
              <a:chExt cx="1176600" cy="226500"/>
            </a:xfrm>
          </p:grpSpPr>
          <p:sp>
            <p:nvSpPr>
              <p:cNvPr id="573" name="Google Shape;573;g3b9e6d2fc4f_0_541"/>
              <p:cNvSpPr/>
              <p:nvPr/>
            </p:nvSpPr>
            <p:spPr>
              <a:xfrm>
                <a:off x="1285875" y="3842325"/>
                <a:ext cx="214200" cy="2265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4" name="Google Shape;574;g3b9e6d2fc4f_0_541"/>
              <p:cNvSpPr/>
              <p:nvPr/>
            </p:nvSpPr>
            <p:spPr>
              <a:xfrm>
                <a:off x="1606675" y="3842325"/>
                <a:ext cx="214200" cy="2265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5" name="Google Shape;575;g3b9e6d2fc4f_0_541"/>
              <p:cNvSpPr/>
              <p:nvPr/>
            </p:nvSpPr>
            <p:spPr>
              <a:xfrm>
                <a:off x="1927475" y="3842325"/>
                <a:ext cx="214200" cy="2265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6" name="Google Shape;576;g3b9e6d2fc4f_0_541"/>
              <p:cNvSpPr/>
              <p:nvPr/>
            </p:nvSpPr>
            <p:spPr>
              <a:xfrm>
                <a:off x="2248275" y="3842325"/>
                <a:ext cx="214200" cy="2265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77" name="Google Shape;577;g3b9e6d2fc4f_0_541"/>
          <p:cNvSpPr txBox="1"/>
          <p:nvPr/>
        </p:nvSpPr>
        <p:spPr>
          <a:xfrm>
            <a:off x="473900" y="3146120"/>
            <a:ext cx="35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K</a:t>
            </a:r>
            <a:endParaRPr b="1">
              <a:solidFill>
                <a:srgbClr val="980000"/>
              </a:solidFill>
            </a:endParaRPr>
          </a:p>
        </p:txBody>
      </p:sp>
      <p:sp>
        <p:nvSpPr>
          <p:cNvPr id="578" name="Google Shape;578;g3b9e6d2fc4f_0_541"/>
          <p:cNvSpPr txBox="1"/>
          <p:nvPr/>
        </p:nvSpPr>
        <p:spPr>
          <a:xfrm>
            <a:off x="473900" y="3541888"/>
            <a:ext cx="29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8761D"/>
                </a:solidFill>
              </a:rPr>
              <a:t>V</a:t>
            </a:r>
            <a:endParaRPr b="1">
              <a:solidFill>
                <a:srgbClr val="38761D"/>
              </a:solidFill>
            </a:endParaRPr>
          </a:p>
        </p:txBody>
      </p:sp>
      <p:cxnSp>
        <p:nvCxnSpPr>
          <p:cNvPr id="579" name="Google Shape;579;g3b9e6d2fc4f_0_541"/>
          <p:cNvCxnSpPr>
            <a:stCxn id="571" idx="1"/>
            <a:endCxn id="552" idx="1"/>
          </p:cNvCxnSpPr>
          <p:nvPr/>
        </p:nvCxnSpPr>
        <p:spPr>
          <a:xfrm flipH="1" rot="10800000">
            <a:off x="951404" y="2912182"/>
            <a:ext cx="171600" cy="1332900"/>
          </a:xfrm>
          <a:prstGeom prst="bentConnector3">
            <a:avLst>
              <a:gd fmla="val -115203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80" name="Google Shape;580;g3b9e6d2fc4f_0_541"/>
          <p:cNvCxnSpPr>
            <a:stCxn id="571" idx="1"/>
            <a:endCxn id="564" idx="1"/>
          </p:cNvCxnSpPr>
          <p:nvPr/>
        </p:nvCxnSpPr>
        <p:spPr>
          <a:xfrm flipH="1" rot="10800000">
            <a:off x="951404" y="3703582"/>
            <a:ext cx="171600" cy="541500"/>
          </a:xfrm>
          <a:prstGeom prst="bentConnector3">
            <a:avLst>
              <a:gd fmla="val -115203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81" name="Google Shape;581;g3b9e6d2fc4f_0_541"/>
          <p:cNvCxnSpPr>
            <a:stCxn id="571" idx="1"/>
            <a:endCxn id="559" idx="1"/>
          </p:cNvCxnSpPr>
          <p:nvPr/>
        </p:nvCxnSpPr>
        <p:spPr>
          <a:xfrm flipH="1" rot="10800000">
            <a:off x="951404" y="3324982"/>
            <a:ext cx="286200" cy="920100"/>
          </a:xfrm>
          <a:prstGeom prst="bentConnector3">
            <a:avLst>
              <a:gd fmla="val -69142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82" name="Google Shape;582;g3b9e6d2fc4f_0_541"/>
          <p:cNvSpPr txBox="1"/>
          <p:nvPr/>
        </p:nvSpPr>
        <p:spPr>
          <a:xfrm>
            <a:off x="1255275" y="4743300"/>
            <a:ext cx="10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</a:t>
            </a:r>
            <a:endParaRPr/>
          </a:p>
        </p:txBody>
      </p:sp>
      <p:sp>
        <p:nvSpPr>
          <p:cNvPr id="583" name="Google Shape;583;g3b9e6d2fc4f_0_541"/>
          <p:cNvSpPr txBox="1"/>
          <p:nvPr/>
        </p:nvSpPr>
        <p:spPr>
          <a:xfrm>
            <a:off x="3706650" y="4743300"/>
            <a:ext cx="86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Sun</a:t>
            </a:r>
            <a:endParaRPr/>
          </a:p>
        </p:txBody>
      </p:sp>
      <p:sp>
        <p:nvSpPr>
          <p:cNvPr id="584" name="Google Shape;584;g3b9e6d2fc4f_0_541"/>
          <p:cNvSpPr txBox="1"/>
          <p:nvPr/>
        </p:nvSpPr>
        <p:spPr>
          <a:xfrm>
            <a:off x="5866925" y="4743300"/>
            <a:ext cx="58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also</a:t>
            </a:r>
            <a:endParaRPr/>
          </a:p>
        </p:txBody>
      </p:sp>
      <p:sp>
        <p:nvSpPr>
          <p:cNvPr id="585" name="Google Shape;585;g3b9e6d2fc4f_0_541"/>
          <p:cNvSpPr txBox="1"/>
          <p:nvPr/>
        </p:nvSpPr>
        <p:spPr>
          <a:xfrm>
            <a:off x="8118575" y="4740125"/>
            <a:ext cx="86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rises</a:t>
            </a:r>
            <a:endParaRPr/>
          </a:p>
        </p:txBody>
      </p:sp>
      <p:grpSp>
        <p:nvGrpSpPr>
          <p:cNvPr id="586" name="Google Shape;586;g3b9e6d2fc4f_0_541"/>
          <p:cNvGrpSpPr/>
          <p:nvPr/>
        </p:nvGrpSpPr>
        <p:grpSpPr>
          <a:xfrm>
            <a:off x="3374724" y="2751989"/>
            <a:ext cx="1246449" cy="321864"/>
            <a:chOff x="1148100" y="3735150"/>
            <a:chExt cx="1500300" cy="398100"/>
          </a:xfrm>
        </p:grpSpPr>
        <p:sp>
          <p:nvSpPr>
            <p:cNvPr id="587" name="Google Shape;587;g3b9e6d2fc4f_0_541"/>
            <p:cNvSpPr/>
            <p:nvPr/>
          </p:nvSpPr>
          <p:spPr>
            <a:xfrm>
              <a:off x="1148100" y="3735150"/>
              <a:ext cx="1500300" cy="3981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g3b9e6d2fc4f_0_541"/>
            <p:cNvSpPr/>
            <p:nvPr/>
          </p:nvSpPr>
          <p:spPr>
            <a:xfrm>
              <a:off x="12858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g3b9e6d2fc4f_0_541"/>
            <p:cNvSpPr/>
            <p:nvPr/>
          </p:nvSpPr>
          <p:spPr>
            <a:xfrm>
              <a:off x="16066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g3b9e6d2fc4f_0_541"/>
            <p:cNvSpPr/>
            <p:nvPr/>
          </p:nvSpPr>
          <p:spPr>
            <a:xfrm>
              <a:off x="19274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g3b9e6d2fc4f_0_541"/>
            <p:cNvSpPr/>
            <p:nvPr/>
          </p:nvSpPr>
          <p:spPr>
            <a:xfrm>
              <a:off x="22482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2" name="Google Shape;592;g3b9e6d2fc4f_0_541"/>
          <p:cNvGrpSpPr/>
          <p:nvPr/>
        </p:nvGrpSpPr>
        <p:grpSpPr>
          <a:xfrm>
            <a:off x="3374724" y="3147758"/>
            <a:ext cx="1246449" cy="321864"/>
            <a:chOff x="1148100" y="3735150"/>
            <a:chExt cx="1500300" cy="398100"/>
          </a:xfrm>
        </p:grpSpPr>
        <p:sp>
          <p:nvSpPr>
            <p:cNvPr id="593" name="Google Shape;593;g3b9e6d2fc4f_0_541"/>
            <p:cNvSpPr/>
            <p:nvPr/>
          </p:nvSpPr>
          <p:spPr>
            <a:xfrm>
              <a:off x="1148100" y="3735150"/>
              <a:ext cx="1500300" cy="3981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g3b9e6d2fc4f_0_541"/>
            <p:cNvSpPr/>
            <p:nvPr/>
          </p:nvSpPr>
          <p:spPr>
            <a:xfrm>
              <a:off x="12858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g3b9e6d2fc4f_0_541"/>
            <p:cNvSpPr/>
            <p:nvPr/>
          </p:nvSpPr>
          <p:spPr>
            <a:xfrm>
              <a:off x="16066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g3b9e6d2fc4f_0_541"/>
            <p:cNvSpPr/>
            <p:nvPr/>
          </p:nvSpPr>
          <p:spPr>
            <a:xfrm>
              <a:off x="19274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g3b9e6d2fc4f_0_541"/>
            <p:cNvSpPr/>
            <p:nvPr/>
          </p:nvSpPr>
          <p:spPr>
            <a:xfrm>
              <a:off x="22482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8" name="Google Shape;598;g3b9e6d2fc4f_0_541"/>
          <p:cNvGrpSpPr/>
          <p:nvPr/>
        </p:nvGrpSpPr>
        <p:grpSpPr>
          <a:xfrm>
            <a:off x="3374724" y="3543527"/>
            <a:ext cx="1246449" cy="321864"/>
            <a:chOff x="1148100" y="3735150"/>
            <a:chExt cx="1500300" cy="398100"/>
          </a:xfrm>
        </p:grpSpPr>
        <p:sp>
          <p:nvSpPr>
            <p:cNvPr id="599" name="Google Shape;599;g3b9e6d2fc4f_0_541"/>
            <p:cNvSpPr/>
            <p:nvPr/>
          </p:nvSpPr>
          <p:spPr>
            <a:xfrm>
              <a:off x="1148100" y="3735150"/>
              <a:ext cx="1500300" cy="3981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g3b9e6d2fc4f_0_541"/>
            <p:cNvSpPr/>
            <p:nvPr/>
          </p:nvSpPr>
          <p:spPr>
            <a:xfrm>
              <a:off x="12858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g3b9e6d2fc4f_0_541"/>
            <p:cNvSpPr/>
            <p:nvPr/>
          </p:nvSpPr>
          <p:spPr>
            <a:xfrm>
              <a:off x="16066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g3b9e6d2fc4f_0_541"/>
            <p:cNvSpPr/>
            <p:nvPr/>
          </p:nvSpPr>
          <p:spPr>
            <a:xfrm>
              <a:off x="19274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g3b9e6d2fc4f_0_541"/>
            <p:cNvSpPr/>
            <p:nvPr/>
          </p:nvSpPr>
          <p:spPr>
            <a:xfrm>
              <a:off x="22482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4" name="Google Shape;604;g3b9e6d2fc4f_0_541"/>
          <p:cNvSpPr txBox="1"/>
          <p:nvPr/>
        </p:nvSpPr>
        <p:spPr>
          <a:xfrm>
            <a:off x="2725554" y="2751200"/>
            <a:ext cx="29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C78D8"/>
                </a:solidFill>
              </a:rPr>
              <a:t>Q</a:t>
            </a:r>
            <a:endParaRPr b="1">
              <a:solidFill>
                <a:srgbClr val="3C78D8"/>
              </a:solidFill>
            </a:endParaRPr>
          </a:p>
        </p:txBody>
      </p:sp>
      <p:grpSp>
        <p:nvGrpSpPr>
          <p:cNvPr id="605" name="Google Shape;605;g3b9e6d2fc4f_0_541"/>
          <p:cNvGrpSpPr/>
          <p:nvPr/>
        </p:nvGrpSpPr>
        <p:grpSpPr>
          <a:xfrm>
            <a:off x="3203058" y="4014417"/>
            <a:ext cx="1310005" cy="463028"/>
            <a:chOff x="811325" y="4332175"/>
            <a:chExt cx="1576800" cy="572700"/>
          </a:xfrm>
        </p:grpSpPr>
        <p:sp>
          <p:nvSpPr>
            <p:cNvPr id="606" name="Google Shape;606;g3b9e6d2fc4f_0_541"/>
            <p:cNvSpPr/>
            <p:nvPr/>
          </p:nvSpPr>
          <p:spPr>
            <a:xfrm>
              <a:off x="811325" y="4332175"/>
              <a:ext cx="1576800" cy="5727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07" name="Google Shape;607;g3b9e6d2fc4f_0_541"/>
            <p:cNvGrpSpPr/>
            <p:nvPr/>
          </p:nvGrpSpPr>
          <p:grpSpPr>
            <a:xfrm>
              <a:off x="1007625" y="4529750"/>
              <a:ext cx="1176600" cy="226500"/>
              <a:chOff x="1285875" y="3842325"/>
              <a:chExt cx="1176600" cy="226500"/>
            </a:xfrm>
          </p:grpSpPr>
          <p:sp>
            <p:nvSpPr>
              <p:cNvPr id="608" name="Google Shape;608;g3b9e6d2fc4f_0_541"/>
              <p:cNvSpPr/>
              <p:nvPr/>
            </p:nvSpPr>
            <p:spPr>
              <a:xfrm>
                <a:off x="1285875" y="3842325"/>
                <a:ext cx="214200" cy="2265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9" name="Google Shape;609;g3b9e6d2fc4f_0_541"/>
              <p:cNvSpPr/>
              <p:nvPr/>
            </p:nvSpPr>
            <p:spPr>
              <a:xfrm>
                <a:off x="1606675" y="3842325"/>
                <a:ext cx="214200" cy="2265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0" name="Google Shape;610;g3b9e6d2fc4f_0_541"/>
              <p:cNvSpPr/>
              <p:nvPr/>
            </p:nvSpPr>
            <p:spPr>
              <a:xfrm>
                <a:off x="1927475" y="3842325"/>
                <a:ext cx="214200" cy="2265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1" name="Google Shape;611;g3b9e6d2fc4f_0_541"/>
              <p:cNvSpPr/>
              <p:nvPr/>
            </p:nvSpPr>
            <p:spPr>
              <a:xfrm>
                <a:off x="2248275" y="3842325"/>
                <a:ext cx="214200" cy="2265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12" name="Google Shape;612;g3b9e6d2fc4f_0_541"/>
          <p:cNvSpPr txBox="1"/>
          <p:nvPr/>
        </p:nvSpPr>
        <p:spPr>
          <a:xfrm>
            <a:off x="2725554" y="3146969"/>
            <a:ext cx="35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K</a:t>
            </a:r>
            <a:endParaRPr b="1">
              <a:solidFill>
                <a:srgbClr val="980000"/>
              </a:solidFill>
            </a:endParaRPr>
          </a:p>
        </p:txBody>
      </p:sp>
      <p:sp>
        <p:nvSpPr>
          <p:cNvPr id="613" name="Google Shape;613;g3b9e6d2fc4f_0_541"/>
          <p:cNvSpPr txBox="1"/>
          <p:nvPr/>
        </p:nvSpPr>
        <p:spPr>
          <a:xfrm>
            <a:off x="2725554" y="3542737"/>
            <a:ext cx="29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8761D"/>
                </a:solidFill>
              </a:rPr>
              <a:t>V</a:t>
            </a:r>
            <a:endParaRPr b="1">
              <a:solidFill>
                <a:srgbClr val="38761D"/>
              </a:solidFill>
            </a:endParaRPr>
          </a:p>
        </p:txBody>
      </p:sp>
      <p:cxnSp>
        <p:nvCxnSpPr>
          <p:cNvPr id="614" name="Google Shape;614;g3b9e6d2fc4f_0_541"/>
          <p:cNvCxnSpPr>
            <a:stCxn id="606" idx="1"/>
            <a:endCxn id="587" idx="1"/>
          </p:cNvCxnSpPr>
          <p:nvPr/>
        </p:nvCxnSpPr>
        <p:spPr>
          <a:xfrm flipH="1" rot="10800000">
            <a:off x="3203058" y="2913031"/>
            <a:ext cx="171600" cy="1332900"/>
          </a:xfrm>
          <a:prstGeom prst="bentConnector3">
            <a:avLst>
              <a:gd fmla="val -115203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15" name="Google Shape;615;g3b9e6d2fc4f_0_541"/>
          <p:cNvCxnSpPr>
            <a:stCxn id="606" idx="1"/>
            <a:endCxn id="599" idx="1"/>
          </p:cNvCxnSpPr>
          <p:nvPr/>
        </p:nvCxnSpPr>
        <p:spPr>
          <a:xfrm flipH="1" rot="10800000">
            <a:off x="3203058" y="3704431"/>
            <a:ext cx="171600" cy="541500"/>
          </a:xfrm>
          <a:prstGeom prst="bentConnector3">
            <a:avLst>
              <a:gd fmla="val -115203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16" name="Google Shape;616;g3b9e6d2fc4f_0_541"/>
          <p:cNvCxnSpPr>
            <a:stCxn id="606" idx="1"/>
            <a:endCxn id="594" idx="1"/>
          </p:cNvCxnSpPr>
          <p:nvPr/>
        </p:nvCxnSpPr>
        <p:spPr>
          <a:xfrm flipH="1" rot="10800000">
            <a:off x="3203058" y="3325831"/>
            <a:ext cx="286200" cy="920100"/>
          </a:xfrm>
          <a:prstGeom prst="bentConnector3">
            <a:avLst>
              <a:gd fmla="val -69142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grpSp>
        <p:nvGrpSpPr>
          <p:cNvPr id="617" name="Google Shape;617;g3b9e6d2fc4f_0_541"/>
          <p:cNvGrpSpPr/>
          <p:nvPr/>
        </p:nvGrpSpPr>
        <p:grpSpPr>
          <a:xfrm>
            <a:off x="5535012" y="2752838"/>
            <a:ext cx="1246449" cy="321864"/>
            <a:chOff x="1148100" y="3735150"/>
            <a:chExt cx="1500300" cy="398100"/>
          </a:xfrm>
        </p:grpSpPr>
        <p:sp>
          <p:nvSpPr>
            <p:cNvPr id="618" name="Google Shape;618;g3b9e6d2fc4f_0_541"/>
            <p:cNvSpPr/>
            <p:nvPr/>
          </p:nvSpPr>
          <p:spPr>
            <a:xfrm>
              <a:off x="1148100" y="3735150"/>
              <a:ext cx="1500300" cy="3981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g3b9e6d2fc4f_0_541"/>
            <p:cNvSpPr/>
            <p:nvPr/>
          </p:nvSpPr>
          <p:spPr>
            <a:xfrm>
              <a:off x="12858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g3b9e6d2fc4f_0_541"/>
            <p:cNvSpPr/>
            <p:nvPr/>
          </p:nvSpPr>
          <p:spPr>
            <a:xfrm>
              <a:off x="16066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g3b9e6d2fc4f_0_541"/>
            <p:cNvSpPr/>
            <p:nvPr/>
          </p:nvSpPr>
          <p:spPr>
            <a:xfrm>
              <a:off x="19274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g3b9e6d2fc4f_0_541"/>
            <p:cNvSpPr/>
            <p:nvPr/>
          </p:nvSpPr>
          <p:spPr>
            <a:xfrm>
              <a:off x="22482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3" name="Google Shape;623;g3b9e6d2fc4f_0_541"/>
          <p:cNvGrpSpPr/>
          <p:nvPr/>
        </p:nvGrpSpPr>
        <p:grpSpPr>
          <a:xfrm>
            <a:off x="5535012" y="3148607"/>
            <a:ext cx="1246449" cy="321864"/>
            <a:chOff x="1148100" y="3735150"/>
            <a:chExt cx="1500300" cy="398100"/>
          </a:xfrm>
        </p:grpSpPr>
        <p:sp>
          <p:nvSpPr>
            <p:cNvPr id="624" name="Google Shape;624;g3b9e6d2fc4f_0_541"/>
            <p:cNvSpPr/>
            <p:nvPr/>
          </p:nvSpPr>
          <p:spPr>
            <a:xfrm>
              <a:off x="1148100" y="3735150"/>
              <a:ext cx="1500300" cy="3981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g3b9e6d2fc4f_0_541"/>
            <p:cNvSpPr/>
            <p:nvPr/>
          </p:nvSpPr>
          <p:spPr>
            <a:xfrm>
              <a:off x="12858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g3b9e6d2fc4f_0_541"/>
            <p:cNvSpPr/>
            <p:nvPr/>
          </p:nvSpPr>
          <p:spPr>
            <a:xfrm>
              <a:off x="16066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g3b9e6d2fc4f_0_541"/>
            <p:cNvSpPr/>
            <p:nvPr/>
          </p:nvSpPr>
          <p:spPr>
            <a:xfrm>
              <a:off x="19274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g3b9e6d2fc4f_0_541"/>
            <p:cNvSpPr/>
            <p:nvPr/>
          </p:nvSpPr>
          <p:spPr>
            <a:xfrm>
              <a:off x="22482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9" name="Google Shape;629;g3b9e6d2fc4f_0_541"/>
          <p:cNvGrpSpPr/>
          <p:nvPr/>
        </p:nvGrpSpPr>
        <p:grpSpPr>
          <a:xfrm>
            <a:off x="5535012" y="3544376"/>
            <a:ext cx="1246449" cy="321864"/>
            <a:chOff x="1148100" y="3735150"/>
            <a:chExt cx="1500300" cy="398100"/>
          </a:xfrm>
        </p:grpSpPr>
        <p:sp>
          <p:nvSpPr>
            <p:cNvPr id="630" name="Google Shape;630;g3b9e6d2fc4f_0_541"/>
            <p:cNvSpPr/>
            <p:nvPr/>
          </p:nvSpPr>
          <p:spPr>
            <a:xfrm>
              <a:off x="1148100" y="3735150"/>
              <a:ext cx="1500300" cy="3981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g3b9e6d2fc4f_0_541"/>
            <p:cNvSpPr/>
            <p:nvPr/>
          </p:nvSpPr>
          <p:spPr>
            <a:xfrm>
              <a:off x="12858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g3b9e6d2fc4f_0_541"/>
            <p:cNvSpPr/>
            <p:nvPr/>
          </p:nvSpPr>
          <p:spPr>
            <a:xfrm>
              <a:off x="16066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g3b9e6d2fc4f_0_541"/>
            <p:cNvSpPr/>
            <p:nvPr/>
          </p:nvSpPr>
          <p:spPr>
            <a:xfrm>
              <a:off x="19274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g3b9e6d2fc4f_0_541"/>
            <p:cNvSpPr/>
            <p:nvPr/>
          </p:nvSpPr>
          <p:spPr>
            <a:xfrm>
              <a:off x="22482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5" name="Google Shape;635;g3b9e6d2fc4f_0_541"/>
          <p:cNvSpPr txBox="1"/>
          <p:nvPr/>
        </p:nvSpPr>
        <p:spPr>
          <a:xfrm>
            <a:off x="4885842" y="2752049"/>
            <a:ext cx="29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C78D8"/>
                </a:solidFill>
              </a:rPr>
              <a:t>Q</a:t>
            </a:r>
            <a:endParaRPr b="1">
              <a:solidFill>
                <a:srgbClr val="3C78D8"/>
              </a:solidFill>
            </a:endParaRPr>
          </a:p>
        </p:txBody>
      </p:sp>
      <p:grpSp>
        <p:nvGrpSpPr>
          <p:cNvPr id="636" name="Google Shape;636;g3b9e6d2fc4f_0_541"/>
          <p:cNvGrpSpPr/>
          <p:nvPr/>
        </p:nvGrpSpPr>
        <p:grpSpPr>
          <a:xfrm>
            <a:off x="5363346" y="4015266"/>
            <a:ext cx="1310005" cy="463028"/>
            <a:chOff x="811325" y="4332175"/>
            <a:chExt cx="1576800" cy="572700"/>
          </a:xfrm>
        </p:grpSpPr>
        <p:sp>
          <p:nvSpPr>
            <p:cNvPr id="637" name="Google Shape;637;g3b9e6d2fc4f_0_541"/>
            <p:cNvSpPr/>
            <p:nvPr/>
          </p:nvSpPr>
          <p:spPr>
            <a:xfrm>
              <a:off x="811325" y="4332175"/>
              <a:ext cx="1576800" cy="5727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38" name="Google Shape;638;g3b9e6d2fc4f_0_541"/>
            <p:cNvGrpSpPr/>
            <p:nvPr/>
          </p:nvGrpSpPr>
          <p:grpSpPr>
            <a:xfrm>
              <a:off x="1007625" y="4529750"/>
              <a:ext cx="1176600" cy="226500"/>
              <a:chOff x="1285875" y="3842325"/>
              <a:chExt cx="1176600" cy="226500"/>
            </a:xfrm>
          </p:grpSpPr>
          <p:sp>
            <p:nvSpPr>
              <p:cNvPr id="639" name="Google Shape;639;g3b9e6d2fc4f_0_541"/>
              <p:cNvSpPr/>
              <p:nvPr/>
            </p:nvSpPr>
            <p:spPr>
              <a:xfrm>
                <a:off x="1285875" y="3842325"/>
                <a:ext cx="214200" cy="2265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0" name="Google Shape;640;g3b9e6d2fc4f_0_541"/>
              <p:cNvSpPr/>
              <p:nvPr/>
            </p:nvSpPr>
            <p:spPr>
              <a:xfrm>
                <a:off x="1606675" y="3842325"/>
                <a:ext cx="214200" cy="2265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1" name="Google Shape;641;g3b9e6d2fc4f_0_541"/>
              <p:cNvSpPr/>
              <p:nvPr/>
            </p:nvSpPr>
            <p:spPr>
              <a:xfrm>
                <a:off x="1927475" y="3842325"/>
                <a:ext cx="214200" cy="2265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2" name="Google Shape;642;g3b9e6d2fc4f_0_541"/>
              <p:cNvSpPr/>
              <p:nvPr/>
            </p:nvSpPr>
            <p:spPr>
              <a:xfrm>
                <a:off x="2248275" y="3842325"/>
                <a:ext cx="214200" cy="2265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43" name="Google Shape;643;g3b9e6d2fc4f_0_541"/>
          <p:cNvSpPr txBox="1"/>
          <p:nvPr/>
        </p:nvSpPr>
        <p:spPr>
          <a:xfrm>
            <a:off x="4885842" y="3147818"/>
            <a:ext cx="35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K</a:t>
            </a:r>
            <a:endParaRPr b="1">
              <a:solidFill>
                <a:srgbClr val="980000"/>
              </a:solidFill>
            </a:endParaRPr>
          </a:p>
        </p:txBody>
      </p:sp>
      <p:sp>
        <p:nvSpPr>
          <p:cNvPr id="644" name="Google Shape;644;g3b9e6d2fc4f_0_541"/>
          <p:cNvSpPr txBox="1"/>
          <p:nvPr/>
        </p:nvSpPr>
        <p:spPr>
          <a:xfrm>
            <a:off x="4885842" y="3543586"/>
            <a:ext cx="29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8761D"/>
                </a:solidFill>
              </a:rPr>
              <a:t>V</a:t>
            </a:r>
            <a:endParaRPr b="1">
              <a:solidFill>
                <a:srgbClr val="38761D"/>
              </a:solidFill>
            </a:endParaRPr>
          </a:p>
        </p:txBody>
      </p:sp>
      <p:cxnSp>
        <p:nvCxnSpPr>
          <p:cNvPr id="645" name="Google Shape;645;g3b9e6d2fc4f_0_541"/>
          <p:cNvCxnSpPr>
            <a:stCxn id="637" idx="1"/>
            <a:endCxn id="618" idx="1"/>
          </p:cNvCxnSpPr>
          <p:nvPr/>
        </p:nvCxnSpPr>
        <p:spPr>
          <a:xfrm flipH="1" rot="10800000">
            <a:off x="5363346" y="2913880"/>
            <a:ext cx="171600" cy="1332900"/>
          </a:xfrm>
          <a:prstGeom prst="bentConnector3">
            <a:avLst>
              <a:gd fmla="val -115203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46" name="Google Shape;646;g3b9e6d2fc4f_0_541"/>
          <p:cNvCxnSpPr>
            <a:stCxn id="637" idx="1"/>
            <a:endCxn id="630" idx="1"/>
          </p:cNvCxnSpPr>
          <p:nvPr/>
        </p:nvCxnSpPr>
        <p:spPr>
          <a:xfrm flipH="1" rot="10800000">
            <a:off x="5363346" y="3705280"/>
            <a:ext cx="171600" cy="541500"/>
          </a:xfrm>
          <a:prstGeom prst="bentConnector3">
            <a:avLst>
              <a:gd fmla="val -115203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47" name="Google Shape;647;g3b9e6d2fc4f_0_541"/>
          <p:cNvCxnSpPr>
            <a:stCxn id="637" idx="1"/>
            <a:endCxn id="625" idx="1"/>
          </p:cNvCxnSpPr>
          <p:nvPr/>
        </p:nvCxnSpPr>
        <p:spPr>
          <a:xfrm flipH="1" rot="10800000">
            <a:off x="5363346" y="3326680"/>
            <a:ext cx="286200" cy="920100"/>
          </a:xfrm>
          <a:prstGeom prst="bentConnector3">
            <a:avLst>
              <a:gd fmla="val -69142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grpSp>
        <p:nvGrpSpPr>
          <p:cNvPr id="648" name="Google Shape;648;g3b9e6d2fc4f_0_541"/>
          <p:cNvGrpSpPr/>
          <p:nvPr/>
        </p:nvGrpSpPr>
        <p:grpSpPr>
          <a:xfrm>
            <a:off x="7786662" y="2717988"/>
            <a:ext cx="1246449" cy="321864"/>
            <a:chOff x="1148100" y="3735150"/>
            <a:chExt cx="1500300" cy="398100"/>
          </a:xfrm>
        </p:grpSpPr>
        <p:sp>
          <p:nvSpPr>
            <p:cNvPr id="649" name="Google Shape;649;g3b9e6d2fc4f_0_541"/>
            <p:cNvSpPr/>
            <p:nvPr/>
          </p:nvSpPr>
          <p:spPr>
            <a:xfrm>
              <a:off x="1148100" y="3735150"/>
              <a:ext cx="1500300" cy="3981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g3b9e6d2fc4f_0_541"/>
            <p:cNvSpPr/>
            <p:nvPr/>
          </p:nvSpPr>
          <p:spPr>
            <a:xfrm>
              <a:off x="12858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g3b9e6d2fc4f_0_541"/>
            <p:cNvSpPr/>
            <p:nvPr/>
          </p:nvSpPr>
          <p:spPr>
            <a:xfrm>
              <a:off x="16066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g3b9e6d2fc4f_0_541"/>
            <p:cNvSpPr/>
            <p:nvPr/>
          </p:nvSpPr>
          <p:spPr>
            <a:xfrm>
              <a:off x="19274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g3b9e6d2fc4f_0_541"/>
            <p:cNvSpPr/>
            <p:nvPr/>
          </p:nvSpPr>
          <p:spPr>
            <a:xfrm>
              <a:off x="22482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4" name="Google Shape;654;g3b9e6d2fc4f_0_541"/>
          <p:cNvGrpSpPr/>
          <p:nvPr/>
        </p:nvGrpSpPr>
        <p:grpSpPr>
          <a:xfrm>
            <a:off x="7786662" y="3113757"/>
            <a:ext cx="1246449" cy="321864"/>
            <a:chOff x="1148100" y="3735150"/>
            <a:chExt cx="1500300" cy="398100"/>
          </a:xfrm>
        </p:grpSpPr>
        <p:sp>
          <p:nvSpPr>
            <p:cNvPr id="655" name="Google Shape;655;g3b9e6d2fc4f_0_541"/>
            <p:cNvSpPr/>
            <p:nvPr/>
          </p:nvSpPr>
          <p:spPr>
            <a:xfrm>
              <a:off x="1148100" y="3735150"/>
              <a:ext cx="1500300" cy="3981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g3b9e6d2fc4f_0_541"/>
            <p:cNvSpPr/>
            <p:nvPr/>
          </p:nvSpPr>
          <p:spPr>
            <a:xfrm>
              <a:off x="12858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g3b9e6d2fc4f_0_541"/>
            <p:cNvSpPr/>
            <p:nvPr/>
          </p:nvSpPr>
          <p:spPr>
            <a:xfrm>
              <a:off x="16066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g3b9e6d2fc4f_0_541"/>
            <p:cNvSpPr/>
            <p:nvPr/>
          </p:nvSpPr>
          <p:spPr>
            <a:xfrm>
              <a:off x="19274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g3b9e6d2fc4f_0_541"/>
            <p:cNvSpPr/>
            <p:nvPr/>
          </p:nvSpPr>
          <p:spPr>
            <a:xfrm>
              <a:off x="22482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0" name="Google Shape;660;g3b9e6d2fc4f_0_541"/>
          <p:cNvGrpSpPr/>
          <p:nvPr/>
        </p:nvGrpSpPr>
        <p:grpSpPr>
          <a:xfrm>
            <a:off x="7786662" y="3509526"/>
            <a:ext cx="1246449" cy="321864"/>
            <a:chOff x="1148100" y="3735150"/>
            <a:chExt cx="1500300" cy="398100"/>
          </a:xfrm>
        </p:grpSpPr>
        <p:sp>
          <p:nvSpPr>
            <p:cNvPr id="661" name="Google Shape;661;g3b9e6d2fc4f_0_541"/>
            <p:cNvSpPr/>
            <p:nvPr/>
          </p:nvSpPr>
          <p:spPr>
            <a:xfrm>
              <a:off x="1148100" y="3735150"/>
              <a:ext cx="1500300" cy="3981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g3b9e6d2fc4f_0_541"/>
            <p:cNvSpPr/>
            <p:nvPr/>
          </p:nvSpPr>
          <p:spPr>
            <a:xfrm>
              <a:off x="12858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g3b9e6d2fc4f_0_541"/>
            <p:cNvSpPr/>
            <p:nvPr/>
          </p:nvSpPr>
          <p:spPr>
            <a:xfrm>
              <a:off x="16066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g3b9e6d2fc4f_0_541"/>
            <p:cNvSpPr/>
            <p:nvPr/>
          </p:nvSpPr>
          <p:spPr>
            <a:xfrm>
              <a:off x="19274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g3b9e6d2fc4f_0_541"/>
            <p:cNvSpPr/>
            <p:nvPr/>
          </p:nvSpPr>
          <p:spPr>
            <a:xfrm>
              <a:off x="22482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6" name="Google Shape;666;g3b9e6d2fc4f_0_541"/>
          <p:cNvSpPr txBox="1"/>
          <p:nvPr/>
        </p:nvSpPr>
        <p:spPr>
          <a:xfrm>
            <a:off x="7137492" y="2717199"/>
            <a:ext cx="29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C78D8"/>
                </a:solidFill>
              </a:rPr>
              <a:t>Q</a:t>
            </a:r>
            <a:endParaRPr b="1">
              <a:solidFill>
                <a:srgbClr val="3C78D8"/>
              </a:solidFill>
            </a:endParaRPr>
          </a:p>
        </p:txBody>
      </p:sp>
      <p:grpSp>
        <p:nvGrpSpPr>
          <p:cNvPr id="667" name="Google Shape;667;g3b9e6d2fc4f_0_541"/>
          <p:cNvGrpSpPr/>
          <p:nvPr/>
        </p:nvGrpSpPr>
        <p:grpSpPr>
          <a:xfrm>
            <a:off x="7614996" y="3980416"/>
            <a:ext cx="1310005" cy="463028"/>
            <a:chOff x="811325" y="4332175"/>
            <a:chExt cx="1576800" cy="572700"/>
          </a:xfrm>
        </p:grpSpPr>
        <p:sp>
          <p:nvSpPr>
            <p:cNvPr id="668" name="Google Shape;668;g3b9e6d2fc4f_0_541"/>
            <p:cNvSpPr/>
            <p:nvPr/>
          </p:nvSpPr>
          <p:spPr>
            <a:xfrm>
              <a:off x="811325" y="4332175"/>
              <a:ext cx="1576800" cy="5727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69" name="Google Shape;669;g3b9e6d2fc4f_0_541"/>
            <p:cNvGrpSpPr/>
            <p:nvPr/>
          </p:nvGrpSpPr>
          <p:grpSpPr>
            <a:xfrm>
              <a:off x="1007625" y="4529750"/>
              <a:ext cx="1176600" cy="226500"/>
              <a:chOff x="1285875" y="3842325"/>
              <a:chExt cx="1176600" cy="226500"/>
            </a:xfrm>
          </p:grpSpPr>
          <p:sp>
            <p:nvSpPr>
              <p:cNvPr id="670" name="Google Shape;670;g3b9e6d2fc4f_0_541"/>
              <p:cNvSpPr/>
              <p:nvPr/>
            </p:nvSpPr>
            <p:spPr>
              <a:xfrm>
                <a:off x="1285875" y="3842325"/>
                <a:ext cx="214200" cy="2265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1" name="Google Shape;671;g3b9e6d2fc4f_0_541"/>
              <p:cNvSpPr/>
              <p:nvPr/>
            </p:nvSpPr>
            <p:spPr>
              <a:xfrm>
                <a:off x="1606675" y="3842325"/>
                <a:ext cx="214200" cy="2265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2" name="Google Shape;672;g3b9e6d2fc4f_0_541"/>
              <p:cNvSpPr/>
              <p:nvPr/>
            </p:nvSpPr>
            <p:spPr>
              <a:xfrm>
                <a:off x="1927475" y="3842325"/>
                <a:ext cx="214200" cy="2265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3" name="Google Shape;673;g3b9e6d2fc4f_0_541"/>
              <p:cNvSpPr/>
              <p:nvPr/>
            </p:nvSpPr>
            <p:spPr>
              <a:xfrm>
                <a:off x="2248275" y="3842325"/>
                <a:ext cx="214200" cy="2265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74" name="Google Shape;674;g3b9e6d2fc4f_0_541"/>
          <p:cNvSpPr txBox="1"/>
          <p:nvPr/>
        </p:nvSpPr>
        <p:spPr>
          <a:xfrm>
            <a:off x="7137492" y="3112968"/>
            <a:ext cx="35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K</a:t>
            </a:r>
            <a:endParaRPr b="1">
              <a:solidFill>
                <a:srgbClr val="980000"/>
              </a:solidFill>
            </a:endParaRPr>
          </a:p>
        </p:txBody>
      </p:sp>
      <p:sp>
        <p:nvSpPr>
          <p:cNvPr id="675" name="Google Shape;675;g3b9e6d2fc4f_0_541"/>
          <p:cNvSpPr txBox="1"/>
          <p:nvPr/>
        </p:nvSpPr>
        <p:spPr>
          <a:xfrm>
            <a:off x="7137492" y="3508736"/>
            <a:ext cx="29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8761D"/>
                </a:solidFill>
              </a:rPr>
              <a:t>V</a:t>
            </a:r>
            <a:endParaRPr b="1">
              <a:solidFill>
                <a:srgbClr val="38761D"/>
              </a:solidFill>
            </a:endParaRPr>
          </a:p>
        </p:txBody>
      </p:sp>
      <p:cxnSp>
        <p:nvCxnSpPr>
          <p:cNvPr id="676" name="Google Shape;676;g3b9e6d2fc4f_0_541"/>
          <p:cNvCxnSpPr>
            <a:stCxn id="668" idx="1"/>
            <a:endCxn id="649" idx="1"/>
          </p:cNvCxnSpPr>
          <p:nvPr/>
        </p:nvCxnSpPr>
        <p:spPr>
          <a:xfrm flipH="1" rot="10800000">
            <a:off x="7614996" y="2879030"/>
            <a:ext cx="171600" cy="1332900"/>
          </a:xfrm>
          <a:prstGeom prst="bentConnector3">
            <a:avLst>
              <a:gd fmla="val -138767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77" name="Google Shape;677;g3b9e6d2fc4f_0_541"/>
          <p:cNvCxnSpPr>
            <a:stCxn id="668" idx="1"/>
            <a:endCxn id="661" idx="1"/>
          </p:cNvCxnSpPr>
          <p:nvPr/>
        </p:nvCxnSpPr>
        <p:spPr>
          <a:xfrm flipH="1" rot="10800000">
            <a:off x="7614996" y="3670430"/>
            <a:ext cx="171600" cy="541500"/>
          </a:xfrm>
          <a:prstGeom prst="bentConnector3">
            <a:avLst>
              <a:gd fmla="val -138767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78" name="Google Shape;678;g3b9e6d2fc4f_0_541"/>
          <p:cNvCxnSpPr>
            <a:stCxn id="668" idx="1"/>
            <a:endCxn id="656" idx="1"/>
          </p:cNvCxnSpPr>
          <p:nvPr/>
        </p:nvCxnSpPr>
        <p:spPr>
          <a:xfrm flipH="1" rot="10800000">
            <a:off x="7614996" y="3291830"/>
            <a:ext cx="286200" cy="920100"/>
          </a:xfrm>
          <a:prstGeom prst="bentConnector3">
            <a:avLst>
              <a:gd fmla="val -83202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79" name="Google Shape;679;g3b9e6d2fc4f_0_541"/>
          <p:cNvCxnSpPr/>
          <p:nvPr/>
        </p:nvCxnSpPr>
        <p:spPr>
          <a:xfrm>
            <a:off x="1546575" y="4443450"/>
            <a:ext cx="0" cy="36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0" name="Google Shape;680;g3b9e6d2fc4f_0_541"/>
          <p:cNvCxnSpPr/>
          <p:nvPr/>
        </p:nvCxnSpPr>
        <p:spPr>
          <a:xfrm>
            <a:off x="3997950" y="4478300"/>
            <a:ext cx="0" cy="36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1" name="Google Shape;681;g3b9e6d2fc4f_0_541"/>
          <p:cNvCxnSpPr/>
          <p:nvPr/>
        </p:nvCxnSpPr>
        <p:spPr>
          <a:xfrm>
            <a:off x="6158225" y="4478300"/>
            <a:ext cx="0" cy="36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2" name="Google Shape;682;g3b9e6d2fc4f_0_541"/>
          <p:cNvCxnSpPr/>
          <p:nvPr/>
        </p:nvCxnSpPr>
        <p:spPr>
          <a:xfrm>
            <a:off x="8409875" y="4478300"/>
            <a:ext cx="0" cy="36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83" name="Google Shape;683;g3b9e6d2fc4f_0_541"/>
          <p:cNvGrpSpPr/>
          <p:nvPr/>
        </p:nvGrpSpPr>
        <p:grpSpPr>
          <a:xfrm>
            <a:off x="983169" y="2010416"/>
            <a:ext cx="1246449" cy="321864"/>
            <a:chOff x="1148100" y="3735150"/>
            <a:chExt cx="1500300" cy="398100"/>
          </a:xfrm>
        </p:grpSpPr>
        <p:sp>
          <p:nvSpPr>
            <p:cNvPr id="684" name="Google Shape;684;g3b9e6d2fc4f_0_541"/>
            <p:cNvSpPr/>
            <p:nvPr/>
          </p:nvSpPr>
          <p:spPr>
            <a:xfrm>
              <a:off x="1148100" y="3735150"/>
              <a:ext cx="1500300" cy="3981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7F6000"/>
                </a:solidFill>
              </a:endParaRPr>
            </a:p>
          </p:txBody>
        </p:sp>
        <p:sp>
          <p:nvSpPr>
            <p:cNvPr id="685" name="Google Shape;685;g3b9e6d2fc4f_0_541"/>
            <p:cNvSpPr/>
            <p:nvPr/>
          </p:nvSpPr>
          <p:spPr>
            <a:xfrm>
              <a:off x="12858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rgbClr val="7F6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7F6000"/>
                </a:solidFill>
              </a:endParaRPr>
            </a:p>
          </p:txBody>
        </p:sp>
        <p:sp>
          <p:nvSpPr>
            <p:cNvPr id="686" name="Google Shape;686;g3b9e6d2fc4f_0_541"/>
            <p:cNvSpPr/>
            <p:nvPr/>
          </p:nvSpPr>
          <p:spPr>
            <a:xfrm>
              <a:off x="16066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rgbClr val="7F6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7F6000"/>
                </a:solidFill>
              </a:endParaRPr>
            </a:p>
          </p:txBody>
        </p:sp>
        <p:sp>
          <p:nvSpPr>
            <p:cNvPr id="687" name="Google Shape;687;g3b9e6d2fc4f_0_541"/>
            <p:cNvSpPr/>
            <p:nvPr/>
          </p:nvSpPr>
          <p:spPr>
            <a:xfrm>
              <a:off x="19274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rgbClr val="7F6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7F6000"/>
                </a:solidFill>
              </a:endParaRPr>
            </a:p>
          </p:txBody>
        </p:sp>
        <p:sp>
          <p:nvSpPr>
            <p:cNvPr id="688" name="Google Shape;688;g3b9e6d2fc4f_0_541"/>
            <p:cNvSpPr/>
            <p:nvPr/>
          </p:nvSpPr>
          <p:spPr>
            <a:xfrm>
              <a:off x="22482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rgbClr val="7F6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7F6000"/>
                </a:solidFill>
              </a:endParaRPr>
            </a:p>
          </p:txBody>
        </p:sp>
      </p:grpSp>
      <p:cxnSp>
        <p:nvCxnSpPr>
          <p:cNvPr id="689" name="Google Shape;689;g3b9e6d2fc4f_0_541"/>
          <p:cNvCxnSpPr>
            <a:stCxn id="567" idx="1"/>
            <a:endCxn id="684" idx="2"/>
          </p:cNvCxnSpPr>
          <p:nvPr/>
        </p:nvCxnSpPr>
        <p:spPr>
          <a:xfrm rot="10800000">
            <a:off x="1606474" y="2332191"/>
            <a:ext cx="164100" cy="1388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0" name="Google Shape;690;g3b9e6d2fc4f_0_541"/>
          <p:cNvCxnSpPr>
            <a:stCxn id="602" idx="1"/>
            <a:endCxn id="684" idx="2"/>
          </p:cNvCxnSpPr>
          <p:nvPr/>
        </p:nvCxnSpPr>
        <p:spPr>
          <a:xfrm rot="10800000">
            <a:off x="1606328" y="2332140"/>
            <a:ext cx="2415900" cy="1389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1" name="Google Shape;691;g3b9e6d2fc4f_0_541"/>
          <p:cNvCxnSpPr>
            <a:stCxn id="633" idx="1"/>
            <a:endCxn id="684" idx="2"/>
          </p:cNvCxnSpPr>
          <p:nvPr/>
        </p:nvCxnSpPr>
        <p:spPr>
          <a:xfrm rot="10800000">
            <a:off x="1606316" y="2332389"/>
            <a:ext cx="4576200" cy="1390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2" name="Google Shape;692;g3b9e6d2fc4f_0_541"/>
          <p:cNvCxnSpPr>
            <a:stCxn id="664" idx="1"/>
            <a:endCxn id="684" idx="2"/>
          </p:cNvCxnSpPr>
          <p:nvPr/>
        </p:nvCxnSpPr>
        <p:spPr>
          <a:xfrm rot="10800000">
            <a:off x="1606466" y="2332339"/>
            <a:ext cx="6827700" cy="1355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693" name="Google Shape;693;g3b9e6d2fc4f_0_541"/>
          <p:cNvGrpSpPr/>
          <p:nvPr/>
        </p:nvGrpSpPr>
        <p:grpSpPr>
          <a:xfrm>
            <a:off x="3081944" y="2010841"/>
            <a:ext cx="1246449" cy="321864"/>
            <a:chOff x="1148100" y="3735150"/>
            <a:chExt cx="1500300" cy="398100"/>
          </a:xfrm>
        </p:grpSpPr>
        <p:sp>
          <p:nvSpPr>
            <p:cNvPr id="694" name="Google Shape;694;g3b9e6d2fc4f_0_541"/>
            <p:cNvSpPr/>
            <p:nvPr/>
          </p:nvSpPr>
          <p:spPr>
            <a:xfrm>
              <a:off x="1148100" y="3735150"/>
              <a:ext cx="1500300" cy="3981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7F6000"/>
                </a:solidFill>
              </a:endParaRPr>
            </a:p>
          </p:txBody>
        </p:sp>
        <p:sp>
          <p:nvSpPr>
            <p:cNvPr id="695" name="Google Shape;695;g3b9e6d2fc4f_0_541"/>
            <p:cNvSpPr/>
            <p:nvPr/>
          </p:nvSpPr>
          <p:spPr>
            <a:xfrm>
              <a:off x="12858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rgbClr val="7F6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7F6000"/>
                </a:solidFill>
              </a:endParaRPr>
            </a:p>
          </p:txBody>
        </p:sp>
        <p:sp>
          <p:nvSpPr>
            <p:cNvPr id="696" name="Google Shape;696;g3b9e6d2fc4f_0_541"/>
            <p:cNvSpPr/>
            <p:nvPr/>
          </p:nvSpPr>
          <p:spPr>
            <a:xfrm>
              <a:off x="16066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rgbClr val="7F6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7F6000"/>
                </a:solidFill>
              </a:endParaRPr>
            </a:p>
          </p:txBody>
        </p:sp>
        <p:sp>
          <p:nvSpPr>
            <p:cNvPr id="697" name="Google Shape;697;g3b9e6d2fc4f_0_541"/>
            <p:cNvSpPr/>
            <p:nvPr/>
          </p:nvSpPr>
          <p:spPr>
            <a:xfrm>
              <a:off x="19274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rgbClr val="7F6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7F6000"/>
                </a:solidFill>
              </a:endParaRPr>
            </a:p>
          </p:txBody>
        </p:sp>
        <p:sp>
          <p:nvSpPr>
            <p:cNvPr id="698" name="Google Shape;698;g3b9e6d2fc4f_0_541"/>
            <p:cNvSpPr/>
            <p:nvPr/>
          </p:nvSpPr>
          <p:spPr>
            <a:xfrm>
              <a:off x="22482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rgbClr val="7F6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7F6000"/>
                </a:solidFill>
              </a:endParaRPr>
            </a:p>
          </p:txBody>
        </p:sp>
      </p:grpSp>
      <p:grpSp>
        <p:nvGrpSpPr>
          <p:cNvPr id="699" name="Google Shape;699;g3b9e6d2fc4f_0_541"/>
          <p:cNvGrpSpPr/>
          <p:nvPr/>
        </p:nvGrpSpPr>
        <p:grpSpPr>
          <a:xfrm>
            <a:off x="5395119" y="2011266"/>
            <a:ext cx="1246449" cy="321864"/>
            <a:chOff x="1148100" y="3735150"/>
            <a:chExt cx="1500300" cy="398100"/>
          </a:xfrm>
        </p:grpSpPr>
        <p:sp>
          <p:nvSpPr>
            <p:cNvPr id="700" name="Google Shape;700;g3b9e6d2fc4f_0_541"/>
            <p:cNvSpPr/>
            <p:nvPr/>
          </p:nvSpPr>
          <p:spPr>
            <a:xfrm>
              <a:off x="1148100" y="3735150"/>
              <a:ext cx="1500300" cy="3981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7F6000"/>
                </a:solidFill>
              </a:endParaRPr>
            </a:p>
          </p:txBody>
        </p:sp>
        <p:sp>
          <p:nvSpPr>
            <p:cNvPr id="701" name="Google Shape;701;g3b9e6d2fc4f_0_541"/>
            <p:cNvSpPr/>
            <p:nvPr/>
          </p:nvSpPr>
          <p:spPr>
            <a:xfrm>
              <a:off x="12858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rgbClr val="7F6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7F6000"/>
                </a:solidFill>
              </a:endParaRPr>
            </a:p>
          </p:txBody>
        </p:sp>
        <p:sp>
          <p:nvSpPr>
            <p:cNvPr id="702" name="Google Shape;702;g3b9e6d2fc4f_0_541"/>
            <p:cNvSpPr/>
            <p:nvPr/>
          </p:nvSpPr>
          <p:spPr>
            <a:xfrm>
              <a:off x="16066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rgbClr val="7F6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7F6000"/>
                </a:solidFill>
              </a:endParaRPr>
            </a:p>
          </p:txBody>
        </p:sp>
        <p:sp>
          <p:nvSpPr>
            <p:cNvPr id="703" name="Google Shape;703;g3b9e6d2fc4f_0_541"/>
            <p:cNvSpPr/>
            <p:nvPr/>
          </p:nvSpPr>
          <p:spPr>
            <a:xfrm>
              <a:off x="19274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rgbClr val="7F6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7F6000"/>
                </a:solidFill>
              </a:endParaRPr>
            </a:p>
          </p:txBody>
        </p:sp>
        <p:sp>
          <p:nvSpPr>
            <p:cNvPr id="704" name="Google Shape;704;g3b9e6d2fc4f_0_541"/>
            <p:cNvSpPr/>
            <p:nvPr/>
          </p:nvSpPr>
          <p:spPr>
            <a:xfrm>
              <a:off x="22482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rgbClr val="7F6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7F6000"/>
                </a:solidFill>
              </a:endParaRPr>
            </a:p>
          </p:txBody>
        </p:sp>
      </p:grpSp>
      <p:grpSp>
        <p:nvGrpSpPr>
          <p:cNvPr id="705" name="Google Shape;705;g3b9e6d2fc4f_0_541"/>
          <p:cNvGrpSpPr/>
          <p:nvPr/>
        </p:nvGrpSpPr>
        <p:grpSpPr>
          <a:xfrm>
            <a:off x="7646769" y="1993841"/>
            <a:ext cx="1246449" cy="321864"/>
            <a:chOff x="1148100" y="3735150"/>
            <a:chExt cx="1500300" cy="398100"/>
          </a:xfrm>
        </p:grpSpPr>
        <p:sp>
          <p:nvSpPr>
            <p:cNvPr id="706" name="Google Shape;706;g3b9e6d2fc4f_0_541"/>
            <p:cNvSpPr/>
            <p:nvPr/>
          </p:nvSpPr>
          <p:spPr>
            <a:xfrm>
              <a:off x="1148100" y="3735150"/>
              <a:ext cx="1500300" cy="3981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7F6000"/>
                </a:solidFill>
              </a:endParaRPr>
            </a:p>
          </p:txBody>
        </p:sp>
        <p:sp>
          <p:nvSpPr>
            <p:cNvPr id="707" name="Google Shape;707;g3b9e6d2fc4f_0_541"/>
            <p:cNvSpPr/>
            <p:nvPr/>
          </p:nvSpPr>
          <p:spPr>
            <a:xfrm>
              <a:off x="12858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rgbClr val="7F6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7F6000"/>
                </a:solidFill>
              </a:endParaRPr>
            </a:p>
          </p:txBody>
        </p:sp>
        <p:sp>
          <p:nvSpPr>
            <p:cNvPr id="708" name="Google Shape;708;g3b9e6d2fc4f_0_541"/>
            <p:cNvSpPr/>
            <p:nvPr/>
          </p:nvSpPr>
          <p:spPr>
            <a:xfrm>
              <a:off x="16066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rgbClr val="7F6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7F6000"/>
                </a:solidFill>
              </a:endParaRPr>
            </a:p>
          </p:txBody>
        </p:sp>
        <p:sp>
          <p:nvSpPr>
            <p:cNvPr id="709" name="Google Shape;709;g3b9e6d2fc4f_0_541"/>
            <p:cNvSpPr/>
            <p:nvPr/>
          </p:nvSpPr>
          <p:spPr>
            <a:xfrm>
              <a:off x="19274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rgbClr val="7F6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7F6000"/>
                </a:solidFill>
              </a:endParaRPr>
            </a:p>
          </p:txBody>
        </p:sp>
        <p:sp>
          <p:nvSpPr>
            <p:cNvPr id="710" name="Google Shape;710;g3b9e6d2fc4f_0_541"/>
            <p:cNvSpPr/>
            <p:nvPr/>
          </p:nvSpPr>
          <p:spPr>
            <a:xfrm>
              <a:off x="22482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rgbClr val="7F6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7F6000"/>
                </a:solidFill>
              </a:endParaRPr>
            </a:p>
          </p:txBody>
        </p:sp>
      </p:grpSp>
      <p:pic>
        <p:nvPicPr>
          <p:cNvPr id="711" name="Google Shape;711;g3b9e6d2fc4f_0_5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7250" y="1017725"/>
            <a:ext cx="1502238" cy="759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12" name="Google Shape;712;g3b9e6d2fc4f_0_541"/>
          <p:cNvSpPr txBox="1"/>
          <p:nvPr/>
        </p:nvSpPr>
        <p:spPr>
          <a:xfrm>
            <a:off x="1341675" y="2465463"/>
            <a:ext cx="409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222222"/>
                </a:solidFill>
                <a:highlight>
                  <a:srgbClr val="FFFF00"/>
                </a:highlight>
              </a:rPr>
              <a:t>λ</a:t>
            </a:r>
            <a:r>
              <a:rPr b="1" baseline="-25000" lang="en" sz="1100">
                <a:solidFill>
                  <a:srgbClr val="222222"/>
                </a:solidFill>
                <a:highlight>
                  <a:srgbClr val="FFFF00"/>
                </a:highlight>
              </a:rPr>
              <a:t>1</a:t>
            </a:r>
            <a:endParaRPr b="1" baseline="-25000" sz="1100">
              <a:highlight>
                <a:srgbClr val="FFFF00"/>
              </a:highlight>
            </a:endParaRPr>
          </a:p>
        </p:txBody>
      </p:sp>
      <p:sp>
        <p:nvSpPr>
          <p:cNvPr id="713" name="Google Shape;713;g3b9e6d2fc4f_0_541"/>
          <p:cNvSpPr txBox="1"/>
          <p:nvPr/>
        </p:nvSpPr>
        <p:spPr>
          <a:xfrm>
            <a:off x="2482550" y="2833038"/>
            <a:ext cx="409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222222"/>
                </a:solidFill>
                <a:highlight>
                  <a:srgbClr val="FFFF00"/>
                </a:highlight>
              </a:rPr>
              <a:t>λ</a:t>
            </a:r>
            <a:r>
              <a:rPr b="1" baseline="-25000" lang="en" sz="1100">
                <a:solidFill>
                  <a:srgbClr val="222222"/>
                </a:solidFill>
                <a:highlight>
                  <a:srgbClr val="FFFF00"/>
                </a:highlight>
              </a:rPr>
              <a:t>2</a:t>
            </a:r>
            <a:endParaRPr b="1" baseline="-25000" sz="1100">
              <a:highlight>
                <a:srgbClr val="FFFF00"/>
              </a:highlight>
            </a:endParaRPr>
          </a:p>
        </p:txBody>
      </p:sp>
      <p:sp>
        <p:nvSpPr>
          <p:cNvPr id="714" name="Google Shape;714;g3b9e6d2fc4f_0_541"/>
          <p:cNvSpPr txBox="1"/>
          <p:nvPr/>
        </p:nvSpPr>
        <p:spPr>
          <a:xfrm>
            <a:off x="4688513" y="3039838"/>
            <a:ext cx="409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222222"/>
                </a:solidFill>
                <a:highlight>
                  <a:srgbClr val="FFFF00"/>
                </a:highlight>
              </a:rPr>
              <a:t>λ</a:t>
            </a:r>
            <a:r>
              <a:rPr b="1" baseline="-25000" lang="en" sz="1100">
                <a:solidFill>
                  <a:srgbClr val="222222"/>
                </a:solidFill>
                <a:highlight>
                  <a:srgbClr val="FFFF00"/>
                </a:highlight>
              </a:rPr>
              <a:t>3</a:t>
            </a:r>
            <a:endParaRPr b="1" baseline="-25000" sz="1100">
              <a:highlight>
                <a:srgbClr val="FFFF00"/>
              </a:highlight>
            </a:endParaRPr>
          </a:p>
        </p:txBody>
      </p:sp>
      <p:sp>
        <p:nvSpPr>
          <p:cNvPr id="715" name="Google Shape;715;g3b9e6d2fc4f_0_541"/>
          <p:cNvSpPr txBox="1"/>
          <p:nvPr/>
        </p:nvSpPr>
        <p:spPr>
          <a:xfrm>
            <a:off x="6874250" y="2972663"/>
            <a:ext cx="409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222222"/>
                </a:solidFill>
                <a:highlight>
                  <a:srgbClr val="FFFF00"/>
                </a:highlight>
              </a:rPr>
              <a:t>λ</a:t>
            </a:r>
            <a:r>
              <a:rPr b="1" baseline="-25000" lang="en" sz="1100">
                <a:solidFill>
                  <a:srgbClr val="222222"/>
                </a:solidFill>
                <a:highlight>
                  <a:srgbClr val="FFFF00"/>
                </a:highlight>
              </a:rPr>
              <a:t>4</a:t>
            </a:r>
            <a:endParaRPr b="1" baseline="-25000" sz="1100">
              <a:highlight>
                <a:srgbClr val="FFFF00"/>
              </a:highlight>
            </a:endParaRPr>
          </a:p>
        </p:txBody>
      </p:sp>
      <p:sp>
        <p:nvSpPr>
          <p:cNvPr id="716" name="Google Shape;716;g3b9e6d2fc4f_0_541"/>
          <p:cNvSpPr txBox="1"/>
          <p:nvPr/>
        </p:nvSpPr>
        <p:spPr>
          <a:xfrm>
            <a:off x="951350" y="1709338"/>
            <a:ext cx="131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Attention vector</a:t>
            </a:r>
            <a:endParaRPr sz="1000"/>
          </a:p>
        </p:txBody>
      </p:sp>
      <p:sp>
        <p:nvSpPr>
          <p:cNvPr id="717" name="Google Shape;717;g3b9e6d2fc4f_0_541"/>
          <p:cNvSpPr txBox="1"/>
          <p:nvPr/>
        </p:nvSpPr>
        <p:spPr>
          <a:xfrm>
            <a:off x="3050125" y="1737888"/>
            <a:ext cx="131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Attention vector</a:t>
            </a:r>
            <a:endParaRPr sz="1000"/>
          </a:p>
        </p:txBody>
      </p:sp>
      <p:sp>
        <p:nvSpPr>
          <p:cNvPr id="718" name="Google Shape;718;g3b9e6d2fc4f_0_541"/>
          <p:cNvSpPr txBox="1"/>
          <p:nvPr/>
        </p:nvSpPr>
        <p:spPr>
          <a:xfrm>
            <a:off x="5331475" y="1737888"/>
            <a:ext cx="131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Attention vector</a:t>
            </a:r>
            <a:endParaRPr sz="1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b9e6d2fc4f_0_7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99CC"/>
                </a:solidFill>
              </a:rPr>
              <a:t>Self attention :A single transformer block</a:t>
            </a:r>
            <a:endParaRPr>
              <a:solidFill>
                <a:srgbClr val="0099CC"/>
              </a:solidFill>
            </a:endParaRPr>
          </a:p>
        </p:txBody>
      </p:sp>
      <p:grpSp>
        <p:nvGrpSpPr>
          <p:cNvPr id="724" name="Google Shape;724;g3b9e6d2fc4f_0_713"/>
          <p:cNvGrpSpPr/>
          <p:nvPr/>
        </p:nvGrpSpPr>
        <p:grpSpPr>
          <a:xfrm>
            <a:off x="1123069" y="2751141"/>
            <a:ext cx="1246449" cy="321864"/>
            <a:chOff x="1148100" y="3735150"/>
            <a:chExt cx="1500300" cy="398100"/>
          </a:xfrm>
        </p:grpSpPr>
        <p:sp>
          <p:nvSpPr>
            <p:cNvPr id="725" name="Google Shape;725;g3b9e6d2fc4f_0_713"/>
            <p:cNvSpPr/>
            <p:nvPr/>
          </p:nvSpPr>
          <p:spPr>
            <a:xfrm>
              <a:off x="1148100" y="3735150"/>
              <a:ext cx="1500300" cy="3981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g3b9e6d2fc4f_0_713"/>
            <p:cNvSpPr/>
            <p:nvPr/>
          </p:nvSpPr>
          <p:spPr>
            <a:xfrm>
              <a:off x="12858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g3b9e6d2fc4f_0_713"/>
            <p:cNvSpPr/>
            <p:nvPr/>
          </p:nvSpPr>
          <p:spPr>
            <a:xfrm>
              <a:off x="16066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g3b9e6d2fc4f_0_713"/>
            <p:cNvSpPr/>
            <p:nvPr/>
          </p:nvSpPr>
          <p:spPr>
            <a:xfrm>
              <a:off x="19274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g3b9e6d2fc4f_0_713"/>
            <p:cNvSpPr/>
            <p:nvPr/>
          </p:nvSpPr>
          <p:spPr>
            <a:xfrm>
              <a:off x="22482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0" name="Google Shape;730;g3b9e6d2fc4f_0_713"/>
          <p:cNvGrpSpPr/>
          <p:nvPr/>
        </p:nvGrpSpPr>
        <p:grpSpPr>
          <a:xfrm>
            <a:off x="1123069" y="3146909"/>
            <a:ext cx="1246449" cy="321864"/>
            <a:chOff x="1148100" y="3735150"/>
            <a:chExt cx="1500300" cy="398100"/>
          </a:xfrm>
        </p:grpSpPr>
        <p:sp>
          <p:nvSpPr>
            <p:cNvPr id="731" name="Google Shape;731;g3b9e6d2fc4f_0_713"/>
            <p:cNvSpPr/>
            <p:nvPr/>
          </p:nvSpPr>
          <p:spPr>
            <a:xfrm>
              <a:off x="1148100" y="3735150"/>
              <a:ext cx="1500300" cy="3981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g3b9e6d2fc4f_0_713"/>
            <p:cNvSpPr/>
            <p:nvPr/>
          </p:nvSpPr>
          <p:spPr>
            <a:xfrm>
              <a:off x="12858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g3b9e6d2fc4f_0_713"/>
            <p:cNvSpPr/>
            <p:nvPr/>
          </p:nvSpPr>
          <p:spPr>
            <a:xfrm>
              <a:off x="16066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g3b9e6d2fc4f_0_713"/>
            <p:cNvSpPr/>
            <p:nvPr/>
          </p:nvSpPr>
          <p:spPr>
            <a:xfrm>
              <a:off x="19274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g3b9e6d2fc4f_0_713"/>
            <p:cNvSpPr/>
            <p:nvPr/>
          </p:nvSpPr>
          <p:spPr>
            <a:xfrm>
              <a:off x="22482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6" name="Google Shape;736;g3b9e6d2fc4f_0_713"/>
          <p:cNvGrpSpPr/>
          <p:nvPr/>
        </p:nvGrpSpPr>
        <p:grpSpPr>
          <a:xfrm>
            <a:off x="1123069" y="3542678"/>
            <a:ext cx="1246449" cy="321864"/>
            <a:chOff x="1148100" y="3735150"/>
            <a:chExt cx="1500300" cy="398100"/>
          </a:xfrm>
        </p:grpSpPr>
        <p:sp>
          <p:nvSpPr>
            <p:cNvPr id="737" name="Google Shape;737;g3b9e6d2fc4f_0_713"/>
            <p:cNvSpPr/>
            <p:nvPr/>
          </p:nvSpPr>
          <p:spPr>
            <a:xfrm>
              <a:off x="1148100" y="3735150"/>
              <a:ext cx="1500300" cy="3981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g3b9e6d2fc4f_0_713"/>
            <p:cNvSpPr/>
            <p:nvPr/>
          </p:nvSpPr>
          <p:spPr>
            <a:xfrm>
              <a:off x="12858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g3b9e6d2fc4f_0_713"/>
            <p:cNvSpPr/>
            <p:nvPr/>
          </p:nvSpPr>
          <p:spPr>
            <a:xfrm>
              <a:off x="16066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g3b9e6d2fc4f_0_713"/>
            <p:cNvSpPr/>
            <p:nvPr/>
          </p:nvSpPr>
          <p:spPr>
            <a:xfrm>
              <a:off x="19274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g3b9e6d2fc4f_0_713"/>
            <p:cNvSpPr/>
            <p:nvPr/>
          </p:nvSpPr>
          <p:spPr>
            <a:xfrm>
              <a:off x="22482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42" name="Google Shape;742;g3b9e6d2fc4f_0_713"/>
          <p:cNvSpPr txBox="1"/>
          <p:nvPr/>
        </p:nvSpPr>
        <p:spPr>
          <a:xfrm>
            <a:off x="473900" y="2750351"/>
            <a:ext cx="29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C78D8"/>
                </a:solidFill>
              </a:rPr>
              <a:t>Q</a:t>
            </a:r>
            <a:endParaRPr b="1">
              <a:solidFill>
                <a:srgbClr val="3C78D8"/>
              </a:solidFill>
            </a:endParaRPr>
          </a:p>
        </p:txBody>
      </p:sp>
      <p:grpSp>
        <p:nvGrpSpPr>
          <p:cNvPr id="743" name="Google Shape;743;g3b9e6d2fc4f_0_713"/>
          <p:cNvGrpSpPr/>
          <p:nvPr/>
        </p:nvGrpSpPr>
        <p:grpSpPr>
          <a:xfrm>
            <a:off x="951404" y="4013568"/>
            <a:ext cx="1310005" cy="463028"/>
            <a:chOff x="811325" y="4332175"/>
            <a:chExt cx="1576800" cy="572700"/>
          </a:xfrm>
        </p:grpSpPr>
        <p:sp>
          <p:nvSpPr>
            <p:cNvPr id="744" name="Google Shape;744;g3b9e6d2fc4f_0_713"/>
            <p:cNvSpPr/>
            <p:nvPr/>
          </p:nvSpPr>
          <p:spPr>
            <a:xfrm>
              <a:off x="811325" y="4332175"/>
              <a:ext cx="1576800" cy="5727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45" name="Google Shape;745;g3b9e6d2fc4f_0_713"/>
            <p:cNvGrpSpPr/>
            <p:nvPr/>
          </p:nvGrpSpPr>
          <p:grpSpPr>
            <a:xfrm>
              <a:off x="1007625" y="4529750"/>
              <a:ext cx="1176600" cy="226500"/>
              <a:chOff x="1285875" y="3842325"/>
              <a:chExt cx="1176600" cy="226500"/>
            </a:xfrm>
          </p:grpSpPr>
          <p:sp>
            <p:nvSpPr>
              <p:cNvPr id="746" name="Google Shape;746;g3b9e6d2fc4f_0_713"/>
              <p:cNvSpPr/>
              <p:nvPr/>
            </p:nvSpPr>
            <p:spPr>
              <a:xfrm>
                <a:off x="1285875" y="3842325"/>
                <a:ext cx="214200" cy="2265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7" name="Google Shape;747;g3b9e6d2fc4f_0_713"/>
              <p:cNvSpPr/>
              <p:nvPr/>
            </p:nvSpPr>
            <p:spPr>
              <a:xfrm>
                <a:off x="1606675" y="3842325"/>
                <a:ext cx="214200" cy="2265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8" name="Google Shape;748;g3b9e6d2fc4f_0_713"/>
              <p:cNvSpPr/>
              <p:nvPr/>
            </p:nvSpPr>
            <p:spPr>
              <a:xfrm>
                <a:off x="1927475" y="3842325"/>
                <a:ext cx="214200" cy="2265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9" name="Google Shape;749;g3b9e6d2fc4f_0_713"/>
              <p:cNvSpPr/>
              <p:nvPr/>
            </p:nvSpPr>
            <p:spPr>
              <a:xfrm>
                <a:off x="2248275" y="3842325"/>
                <a:ext cx="214200" cy="2265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750" name="Google Shape;750;g3b9e6d2fc4f_0_713"/>
          <p:cNvSpPr txBox="1"/>
          <p:nvPr/>
        </p:nvSpPr>
        <p:spPr>
          <a:xfrm>
            <a:off x="473900" y="3146120"/>
            <a:ext cx="35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K</a:t>
            </a:r>
            <a:endParaRPr b="1">
              <a:solidFill>
                <a:srgbClr val="980000"/>
              </a:solidFill>
            </a:endParaRPr>
          </a:p>
        </p:txBody>
      </p:sp>
      <p:sp>
        <p:nvSpPr>
          <p:cNvPr id="751" name="Google Shape;751;g3b9e6d2fc4f_0_713"/>
          <p:cNvSpPr txBox="1"/>
          <p:nvPr/>
        </p:nvSpPr>
        <p:spPr>
          <a:xfrm>
            <a:off x="473900" y="3541888"/>
            <a:ext cx="29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8761D"/>
                </a:solidFill>
              </a:rPr>
              <a:t>V</a:t>
            </a:r>
            <a:endParaRPr b="1">
              <a:solidFill>
                <a:srgbClr val="38761D"/>
              </a:solidFill>
            </a:endParaRPr>
          </a:p>
        </p:txBody>
      </p:sp>
      <p:cxnSp>
        <p:nvCxnSpPr>
          <p:cNvPr id="752" name="Google Shape;752;g3b9e6d2fc4f_0_713"/>
          <p:cNvCxnSpPr>
            <a:stCxn id="744" idx="1"/>
            <a:endCxn id="725" idx="1"/>
          </p:cNvCxnSpPr>
          <p:nvPr/>
        </p:nvCxnSpPr>
        <p:spPr>
          <a:xfrm flipH="1" rot="10800000">
            <a:off x="951404" y="2912182"/>
            <a:ext cx="171600" cy="1332900"/>
          </a:xfrm>
          <a:prstGeom prst="bentConnector3">
            <a:avLst>
              <a:gd fmla="val -115203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53" name="Google Shape;753;g3b9e6d2fc4f_0_713"/>
          <p:cNvCxnSpPr>
            <a:stCxn id="744" idx="1"/>
            <a:endCxn id="737" idx="1"/>
          </p:cNvCxnSpPr>
          <p:nvPr/>
        </p:nvCxnSpPr>
        <p:spPr>
          <a:xfrm flipH="1" rot="10800000">
            <a:off x="951404" y="3703582"/>
            <a:ext cx="171600" cy="541500"/>
          </a:xfrm>
          <a:prstGeom prst="bentConnector3">
            <a:avLst>
              <a:gd fmla="val -115203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54" name="Google Shape;754;g3b9e6d2fc4f_0_713"/>
          <p:cNvCxnSpPr>
            <a:stCxn id="744" idx="1"/>
            <a:endCxn id="732" idx="1"/>
          </p:cNvCxnSpPr>
          <p:nvPr/>
        </p:nvCxnSpPr>
        <p:spPr>
          <a:xfrm flipH="1" rot="10800000">
            <a:off x="951404" y="3324982"/>
            <a:ext cx="286200" cy="920100"/>
          </a:xfrm>
          <a:prstGeom prst="bentConnector3">
            <a:avLst>
              <a:gd fmla="val -69142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55" name="Google Shape;755;g3b9e6d2fc4f_0_713"/>
          <p:cNvSpPr txBox="1"/>
          <p:nvPr/>
        </p:nvSpPr>
        <p:spPr>
          <a:xfrm>
            <a:off x="1255275" y="4743300"/>
            <a:ext cx="10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</a:t>
            </a:r>
            <a:endParaRPr/>
          </a:p>
        </p:txBody>
      </p:sp>
      <p:sp>
        <p:nvSpPr>
          <p:cNvPr id="756" name="Google Shape;756;g3b9e6d2fc4f_0_713"/>
          <p:cNvSpPr txBox="1"/>
          <p:nvPr/>
        </p:nvSpPr>
        <p:spPr>
          <a:xfrm>
            <a:off x="3706650" y="4743300"/>
            <a:ext cx="86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Sun</a:t>
            </a:r>
            <a:endParaRPr/>
          </a:p>
        </p:txBody>
      </p:sp>
      <p:sp>
        <p:nvSpPr>
          <p:cNvPr id="757" name="Google Shape;757;g3b9e6d2fc4f_0_713"/>
          <p:cNvSpPr txBox="1"/>
          <p:nvPr/>
        </p:nvSpPr>
        <p:spPr>
          <a:xfrm>
            <a:off x="5866925" y="4743300"/>
            <a:ext cx="58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also</a:t>
            </a:r>
            <a:endParaRPr/>
          </a:p>
        </p:txBody>
      </p:sp>
      <p:sp>
        <p:nvSpPr>
          <p:cNvPr id="758" name="Google Shape;758;g3b9e6d2fc4f_0_713"/>
          <p:cNvSpPr txBox="1"/>
          <p:nvPr/>
        </p:nvSpPr>
        <p:spPr>
          <a:xfrm>
            <a:off x="8118575" y="4740125"/>
            <a:ext cx="86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rises</a:t>
            </a:r>
            <a:endParaRPr/>
          </a:p>
        </p:txBody>
      </p:sp>
      <p:grpSp>
        <p:nvGrpSpPr>
          <p:cNvPr id="759" name="Google Shape;759;g3b9e6d2fc4f_0_713"/>
          <p:cNvGrpSpPr/>
          <p:nvPr/>
        </p:nvGrpSpPr>
        <p:grpSpPr>
          <a:xfrm>
            <a:off x="3374724" y="2751989"/>
            <a:ext cx="1246449" cy="321864"/>
            <a:chOff x="1148100" y="3735150"/>
            <a:chExt cx="1500300" cy="398100"/>
          </a:xfrm>
        </p:grpSpPr>
        <p:sp>
          <p:nvSpPr>
            <p:cNvPr id="760" name="Google Shape;760;g3b9e6d2fc4f_0_713"/>
            <p:cNvSpPr/>
            <p:nvPr/>
          </p:nvSpPr>
          <p:spPr>
            <a:xfrm>
              <a:off x="1148100" y="3735150"/>
              <a:ext cx="1500300" cy="3981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g3b9e6d2fc4f_0_713"/>
            <p:cNvSpPr/>
            <p:nvPr/>
          </p:nvSpPr>
          <p:spPr>
            <a:xfrm>
              <a:off x="12858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g3b9e6d2fc4f_0_713"/>
            <p:cNvSpPr/>
            <p:nvPr/>
          </p:nvSpPr>
          <p:spPr>
            <a:xfrm>
              <a:off x="16066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g3b9e6d2fc4f_0_713"/>
            <p:cNvSpPr/>
            <p:nvPr/>
          </p:nvSpPr>
          <p:spPr>
            <a:xfrm>
              <a:off x="19274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g3b9e6d2fc4f_0_713"/>
            <p:cNvSpPr/>
            <p:nvPr/>
          </p:nvSpPr>
          <p:spPr>
            <a:xfrm>
              <a:off x="22482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5" name="Google Shape;765;g3b9e6d2fc4f_0_713"/>
          <p:cNvGrpSpPr/>
          <p:nvPr/>
        </p:nvGrpSpPr>
        <p:grpSpPr>
          <a:xfrm>
            <a:off x="3374724" y="3147758"/>
            <a:ext cx="1246449" cy="321864"/>
            <a:chOff x="1148100" y="3735150"/>
            <a:chExt cx="1500300" cy="398100"/>
          </a:xfrm>
        </p:grpSpPr>
        <p:sp>
          <p:nvSpPr>
            <p:cNvPr id="766" name="Google Shape;766;g3b9e6d2fc4f_0_713"/>
            <p:cNvSpPr/>
            <p:nvPr/>
          </p:nvSpPr>
          <p:spPr>
            <a:xfrm>
              <a:off x="1148100" y="3735150"/>
              <a:ext cx="1500300" cy="3981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g3b9e6d2fc4f_0_713"/>
            <p:cNvSpPr/>
            <p:nvPr/>
          </p:nvSpPr>
          <p:spPr>
            <a:xfrm>
              <a:off x="12858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g3b9e6d2fc4f_0_713"/>
            <p:cNvSpPr/>
            <p:nvPr/>
          </p:nvSpPr>
          <p:spPr>
            <a:xfrm>
              <a:off x="16066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g3b9e6d2fc4f_0_713"/>
            <p:cNvSpPr/>
            <p:nvPr/>
          </p:nvSpPr>
          <p:spPr>
            <a:xfrm>
              <a:off x="19274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g3b9e6d2fc4f_0_713"/>
            <p:cNvSpPr/>
            <p:nvPr/>
          </p:nvSpPr>
          <p:spPr>
            <a:xfrm>
              <a:off x="22482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1" name="Google Shape;771;g3b9e6d2fc4f_0_713"/>
          <p:cNvGrpSpPr/>
          <p:nvPr/>
        </p:nvGrpSpPr>
        <p:grpSpPr>
          <a:xfrm>
            <a:off x="3374724" y="3543527"/>
            <a:ext cx="1246449" cy="321864"/>
            <a:chOff x="1148100" y="3735150"/>
            <a:chExt cx="1500300" cy="398100"/>
          </a:xfrm>
        </p:grpSpPr>
        <p:sp>
          <p:nvSpPr>
            <p:cNvPr id="772" name="Google Shape;772;g3b9e6d2fc4f_0_713"/>
            <p:cNvSpPr/>
            <p:nvPr/>
          </p:nvSpPr>
          <p:spPr>
            <a:xfrm>
              <a:off x="1148100" y="3735150"/>
              <a:ext cx="1500300" cy="3981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g3b9e6d2fc4f_0_713"/>
            <p:cNvSpPr/>
            <p:nvPr/>
          </p:nvSpPr>
          <p:spPr>
            <a:xfrm>
              <a:off x="12858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g3b9e6d2fc4f_0_713"/>
            <p:cNvSpPr/>
            <p:nvPr/>
          </p:nvSpPr>
          <p:spPr>
            <a:xfrm>
              <a:off x="16066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g3b9e6d2fc4f_0_713"/>
            <p:cNvSpPr/>
            <p:nvPr/>
          </p:nvSpPr>
          <p:spPr>
            <a:xfrm>
              <a:off x="19274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g3b9e6d2fc4f_0_713"/>
            <p:cNvSpPr/>
            <p:nvPr/>
          </p:nvSpPr>
          <p:spPr>
            <a:xfrm>
              <a:off x="22482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7" name="Google Shape;777;g3b9e6d2fc4f_0_713"/>
          <p:cNvSpPr txBox="1"/>
          <p:nvPr/>
        </p:nvSpPr>
        <p:spPr>
          <a:xfrm>
            <a:off x="2725554" y="2751200"/>
            <a:ext cx="29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C78D8"/>
                </a:solidFill>
              </a:rPr>
              <a:t>Q</a:t>
            </a:r>
            <a:endParaRPr b="1">
              <a:solidFill>
                <a:srgbClr val="3C78D8"/>
              </a:solidFill>
            </a:endParaRPr>
          </a:p>
        </p:txBody>
      </p:sp>
      <p:grpSp>
        <p:nvGrpSpPr>
          <p:cNvPr id="778" name="Google Shape;778;g3b9e6d2fc4f_0_713"/>
          <p:cNvGrpSpPr/>
          <p:nvPr/>
        </p:nvGrpSpPr>
        <p:grpSpPr>
          <a:xfrm>
            <a:off x="3203058" y="4014417"/>
            <a:ext cx="1310005" cy="463028"/>
            <a:chOff x="811325" y="4332175"/>
            <a:chExt cx="1576800" cy="572700"/>
          </a:xfrm>
        </p:grpSpPr>
        <p:sp>
          <p:nvSpPr>
            <p:cNvPr id="779" name="Google Shape;779;g3b9e6d2fc4f_0_713"/>
            <p:cNvSpPr/>
            <p:nvPr/>
          </p:nvSpPr>
          <p:spPr>
            <a:xfrm>
              <a:off x="811325" y="4332175"/>
              <a:ext cx="1576800" cy="5727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80" name="Google Shape;780;g3b9e6d2fc4f_0_713"/>
            <p:cNvGrpSpPr/>
            <p:nvPr/>
          </p:nvGrpSpPr>
          <p:grpSpPr>
            <a:xfrm>
              <a:off x="1007625" y="4529750"/>
              <a:ext cx="1176600" cy="226500"/>
              <a:chOff x="1285875" y="3842325"/>
              <a:chExt cx="1176600" cy="226500"/>
            </a:xfrm>
          </p:grpSpPr>
          <p:sp>
            <p:nvSpPr>
              <p:cNvPr id="781" name="Google Shape;781;g3b9e6d2fc4f_0_713"/>
              <p:cNvSpPr/>
              <p:nvPr/>
            </p:nvSpPr>
            <p:spPr>
              <a:xfrm>
                <a:off x="1285875" y="3842325"/>
                <a:ext cx="214200" cy="2265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2" name="Google Shape;782;g3b9e6d2fc4f_0_713"/>
              <p:cNvSpPr/>
              <p:nvPr/>
            </p:nvSpPr>
            <p:spPr>
              <a:xfrm>
                <a:off x="1606675" y="3842325"/>
                <a:ext cx="214200" cy="2265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3" name="Google Shape;783;g3b9e6d2fc4f_0_713"/>
              <p:cNvSpPr/>
              <p:nvPr/>
            </p:nvSpPr>
            <p:spPr>
              <a:xfrm>
                <a:off x="1927475" y="3842325"/>
                <a:ext cx="214200" cy="2265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4" name="Google Shape;784;g3b9e6d2fc4f_0_713"/>
              <p:cNvSpPr/>
              <p:nvPr/>
            </p:nvSpPr>
            <p:spPr>
              <a:xfrm>
                <a:off x="2248275" y="3842325"/>
                <a:ext cx="214200" cy="2265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785" name="Google Shape;785;g3b9e6d2fc4f_0_713"/>
          <p:cNvSpPr txBox="1"/>
          <p:nvPr/>
        </p:nvSpPr>
        <p:spPr>
          <a:xfrm>
            <a:off x="2725554" y="3146969"/>
            <a:ext cx="35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K</a:t>
            </a:r>
            <a:endParaRPr b="1">
              <a:solidFill>
                <a:srgbClr val="980000"/>
              </a:solidFill>
            </a:endParaRPr>
          </a:p>
        </p:txBody>
      </p:sp>
      <p:sp>
        <p:nvSpPr>
          <p:cNvPr id="786" name="Google Shape;786;g3b9e6d2fc4f_0_713"/>
          <p:cNvSpPr txBox="1"/>
          <p:nvPr/>
        </p:nvSpPr>
        <p:spPr>
          <a:xfrm>
            <a:off x="2725554" y="3542737"/>
            <a:ext cx="29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8761D"/>
                </a:solidFill>
              </a:rPr>
              <a:t>V</a:t>
            </a:r>
            <a:endParaRPr b="1">
              <a:solidFill>
                <a:srgbClr val="38761D"/>
              </a:solidFill>
            </a:endParaRPr>
          </a:p>
        </p:txBody>
      </p:sp>
      <p:cxnSp>
        <p:nvCxnSpPr>
          <p:cNvPr id="787" name="Google Shape;787;g3b9e6d2fc4f_0_713"/>
          <p:cNvCxnSpPr>
            <a:stCxn id="779" idx="1"/>
            <a:endCxn id="760" idx="1"/>
          </p:cNvCxnSpPr>
          <p:nvPr/>
        </p:nvCxnSpPr>
        <p:spPr>
          <a:xfrm flipH="1" rot="10800000">
            <a:off x="3203058" y="2913031"/>
            <a:ext cx="171600" cy="1332900"/>
          </a:xfrm>
          <a:prstGeom prst="bentConnector3">
            <a:avLst>
              <a:gd fmla="val -115203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88" name="Google Shape;788;g3b9e6d2fc4f_0_713"/>
          <p:cNvCxnSpPr>
            <a:stCxn id="779" idx="1"/>
            <a:endCxn id="772" idx="1"/>
          </p:cNvCxnSpPr>
          <p:nvPr/>
        </p:nvCxnSpPr>
        <p:spPr>
          <a:xfrm flipH="1" rot="10800000">
            <a:off x="3203058" y="3704431"/>
            <a:ext cx="171600" cy="541500"/>
          </a:xfrm>
          <a:prstGeom prst="bentConnector3">
            <a:avLst>
              <a:gd fmla="val -115203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89" name="Google Shape;789;g3b9e6d2fc4f_0_713"/>
          <p:cNvCxnSpPr>
            <a:stCxn id="779" idx="1"/>
            <a:endCxn id="767" idx="1"/>
          </p:cNvCxnSpPr>
          <p:nvPr/>
        </p:nvCxnSpPr>
        <p:spPr>
          <a:xfrm flipH="1" rot="10800000">
            <a:off x="3203058" y="3325831"/>
            <a:ext cx="286200" cy="920100"/>
          </a:xfrm>
          <a:prstGeom prst="bentConnector3">
            <a:avLst>
              <a:gd fmla="val -69142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grpSp>
        <p:nvGrpSpPr>
          <p:cNvPr id="790" name="Google Shape;790;g3b9e6d2fc4f_0_713"/>
          <p:cNvGrpSpPr/>
          <p:nvPr/>
        </p:nvGrpSpPr>
        <p:grpSpPr>
          <a:xfrm>
            <a:off x="5535012" y="2752838"/>
            <a:ext cx="1246449" cy="321864"/>
            <a:chOff x="1148100" y="3735150"/>
            <a:chExt cx="1500300" cy="398100"/>
          </a:xfrm>
        </p:grpSpPr>
        <p:sp>
          <p:nvSpPr>
            <p:cNvPr id="791" name="Google Shape;791;g3b9e6d2fc4f_0_713"/>
            <p:cNvSpPr/>
            <p:nvPr/>
          </p:nvSpPr>
          <p:spPr>
            <a:xfrm>
              <a:off x="1148100" y="3735150"/>
              <a:ext cx="1500300" cy="3981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g3b9e6d2fc4f_0_713"/>
            <p:cNvSpPr/>
            <p:nvPr/>
          </p:nvSpPr>
          <p:spPr>
            <a:xfrm>
              <a:off x="12858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g3b9e6d2fc4f_0_713"/>
            <p:cNvSpPr/>
            <p:nvPr/>
          </p:nvSpPr>
          <p:spPr>
            <a:xfrm>
              <a:off x="16066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g3b9e6d2fc4f_0_713"/>
            <p:cNvSpPr/>
            <p:nvPr/>
          </p:nvSpPr>
          <p:spPr>
            <a:xfrm>
              <a:off x="19274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g3b9e6d2fc4f_0_713"/>
            <p:cNvSpPr/>
            <p:nvPr/>
          </p:nvSpPr>
          <p:spPr>
            <a:xfrm>
              <a:off x="22482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6" name="Google Shape;796;g3b9e6d2fc4f_0_713"/>
          <p:cNvGrpSpPr/>
          <p:nvPr/>
        </p:nvGrpSpPr>
        <p:grpSpPr>
          <a:xfrm>
            <a:off x="5535012" y="3148607"/>
            <a:ext cx="1246449" cy="321864"/>
            <a:chOff x="1148100" y="3735150"/>
            <a:chExt cx="1500300" cy="398100"/>
          </a:xfrm>
        </p:grpSpPr>
        <p:sp>
          <p:nvSpPr>
            <p:cNvPr id="797" name="Google Shape;797;g3b9e6d2fc4f_0_713"/>
            <p:cNvSpPr/>
            <p:nvPr/>
          </p:nvSpPr>
          <p:spPr>
            <a:xfrm>
              <a:off x="1148100" y="3735150"/>
              <a:ext cx="1500300" cy="3981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g3b9e6d2fc4f_0_713"/>
            <p:cNvSpPr/>
            <p:nvPr/>
          </p:nvSpPr>
          <p:spPr>
            <a:xfrm>
              <a:off x="12858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g3b9e6d2fc4f_0_713"/>
            <p:cNvSpPr/>
            <p:nvPr/>
          </p:nvSpPr>
          <p:spPr>
            <a:xfrm>
              <a:off x="16066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g3b9e6d2fc4f_0_713"/>
            <p:cNvSpPr/>
            <p:nvPr/>
          </p:nvSpPr>
          <p:spPr>
            <a:xfrm>
              <a:off x="19274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g3b9e6d2fc4f_0_713"/>
            <p:cNvSpPr/>
            <p:nvPr/>
          </p:nvSpPr>
          <p:spPr>
            <a:xfrm>
              <a:off x="22482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2" name="Google Shape;802;g3b9e6d2fc4f_0_713"/>
          <p:cNvGrpSpPr/>
          <p:nvPr/>
        </p:nvGrpSpPr>
        <p:grpSpPr>
          <a:xfrm>
            <a:off x="5535012" y="3544376"/>
            <a:ext cx="1246449" cy="321864"/>
            <a:chOff x="1148100" y="3735150"/>
            <a:chExt cx="1500300" cy="398100"/>
          </a:xfrm>
        </p:grpSpPr>
        <p:sp>
          <p:nvSpPr>
            <p:cNvPr id="803" name="Google Shape;803;g3b9e6d2fc4f_0_713"/>
            <p:cNvSpPr/>
            <p:nvPr/>
          </p:nvSpPr>
          <p:spPr>
            <a:xfrm>
              <a:off x="1148100" y="3735150"/>
              <a:ext cx="1500300" cy="3981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g3b9e6d2fc4f_0_713"/>
            <p:cNvSpPr/>
            <p:nvPr/>
          </p:nvSpPr>
          <p:spPr>
            <a:xfrm>
              <a:off x="12858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g3b9e6d2fc4f_0_713"/>
            <p:cNvSpPr/>
            <p:nvPr/>
          </p:nvSpPr>
          <p:spPr>
            <a:xfrm>
              <a:off x="16066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g3b9e6d2fc4f_0_713"/>
            <p:cNvSpPr/>
            <p:nvPr/>
          </p:nvSpPr>
          <p:spPr>
            <a:xfrm>
              <a:off x="19274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g3b9e6d2fc4f_0_713"/>
            <p:cNvSpPr/>
            <p:nvPr/>
          </p:nvSpPr>
          <p:spPr>
            <a:xfrm>
              <a:off x="22482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08" name="Google Shape;808;g3b9e6d2fc4f_0_713"/>
          <p:cNvSpPr txBox="1"/>
          <p:nvPr/>
        </p:nvSpPr>
        <p:spPr>
          <a:xfrm>
            <a:off x="4885842" y="2752049"/>
            <a:ext cx="29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C78D8"/>
                </a:solidFill>
              </a:rPr>
              <a:t>Q</a:t>
            </a:r>
            <a:endParaRPr b="1">
              <a:solidFill>
                <a:srgbClr val="3C78D8"/>
              </a:solidFill>
            </a:endParaRPr>
          </a:p>
        </p:txBody>
      </p:sp>
      <p:grpSp>
        <p:nvGrpSpPr>
          <p:cNvPr id="809" name="Google Shape;809;g3b9e6d2fc4f_0_713"/>
          <p:cNvGrpSpPr/>
          <p:nvPr/>
        </p:nvGrpSpPr>
        <p:grpSpPr>
          <a:xfrm>
            <a:off x="5363346" y="4015266"/>
            <a:ext cx="1310005" cy="463028"/>
            <a:chOff x="811325" y="4332175"/>
            <a:chExt cx="1576800" cy="572700"/>
          </a:xfrm>
        </p:grpSpPr>
        <p:sp>
          <p:nvSpPr>
            <p:cNvPr id="810" name="Google Shape;810;g3b9e6d2fc4f_0_713"/>
            <p:cNvSpPr/>
            <p:nvPr/>
          </p:nvSpPr>
          <p:spPr>
            <a:xfrm>
              <a:off x="811325" y="4332175"/>
              <a:ext cx="1576800" cy="5727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11" name="Google Shape;811;g3b9e6d2fc4f_0_713"/>
            <p:cNvGrpSpPr/>
            <p:nvPr/>
          </p:nvGrpSpPr>
          <p:grpSpPr>
            <a:xfrm>
              <a:off x="1007625" y="4529750"/>
              <a:ext cx="1176600" cy="226500"/>
              <a:chOff x="1285875" y="3842325"/>
              <a:chExt cx="1176600" cy="226500"/>
            </a:xfrm>
          </p:grpSpPr>
          <p:sp>
            <p:nvSpPr>
              <p:cNvPr id="812" name="Google Shape;812;g3b9e6d2fc4f_0_713"/>
              <p:cNvSpPr/>
              <p:nvPr/>
            </p:nvSpPr>
            <p:spPr>
              <a:xfrm>
                <a:off x="1285875" y="3842325"/>
                <a:ext cx="214200" cy="2265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3" name="Google Shape;813;g3b9e6d2fc4f_0_713"/>
              <p:cNvSpPr/>
              <p:nvPr/>
            </p:nvSpPr>
            <p:spPr>
              <a:xfrm>
                <a:off x="1606675" y="3842325"/>
                <a:ext cx="214200" cy="2265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4" name="Google Shape;814;g3b9e6d2fc4f_0_713"/>
              <p:cNvSpPr/>
              <p:nvPr/>
            </p:nvSpPr>
            <p:spPr>
              <a:xfrm>
                <a:off x="1927475" y="3842325"/>
                <a:ext cx="214200" cy="2265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5" name="Google Shape;815;g3b9e6d2fc4f_0_713"/>
              <p:cNvSpPr/>
              <p:nvPr/>
            </p:nvSpPr>
            <p:spPr>
              <a:xfrm>
                <a:off x="2248275" y="3842325"/>
                <a:ext cx="214200" cy="2265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16" name="Google Shape;816;g3b9e6d2fc4f_0_713"/>
          <p:cNvSpPr txBox="1"/>
          <p:nvPr/>
        </p:nvSpPr>
        <p:spPr>
          <a:xfrm>
            <a:off x="4885842" y="3147818"/>
            <a:ext cx="35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K</a:t>
            </a:r>
            <a:endParaRPr b="1">
              <a:solidFill>
                <a:srgbClr val="980000"/>
              </a:solidFill>
            </a:endParaRPr>
          </a:p>
        </p:txBody>
      </p:sp>
      <p:sp>
        <p:nvSpPr>
          <p:cNvPr id="817" name="Google Shape;817;g3b9e6d2fc4f_0_713"/>
          <p:cNvSpPr txBox="1"/>
          <p:nvPr/>
        </p:nvSpPr>
        <p:spPr>
          <a:xfrm>
            <a:off x="4885842" y="3543586"/>
            <a:ext cx="29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8761D"/>
                </a:solidFill>
              </a:rPr>
              <a:t>V</a:t>
            </a:r>
            <a:endParaRPr b="1">
              <a:solidFill>
                <a:srgbClr val="38761D"/>
              </a:solidFill>
            </a:endParaRPr>
          </a:p>
        </p:txBody>
      </p:sp>
      <p:cxnSp>
        <p:nvCxnSpPr>
          <p:cNvPr id="818" name="Google Shape;818;g3b9e6d2fc4f_0_713"/>
          <p:cNvCxnSpPr>
            <a:stCxn id="810" idx="1"/>
            <a:endCxn id="791" idx="1"/>
          </p:cNvCxnSpPr>
          <p:nvPr/>
        </p:nvCxnSpPr>
        <p:spPr>
          <a:xfrm flipH="1" rot="10800000">
            <a:off x="5363346" y="2913880"/>
            <a:ext cx="171600" cy="1332900"/>
          </a:xfrm>
          <a:prstGeom prst="bentConnector3">
            <a:avLst>
              <a:gd fmla="val -115203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19" name="Google Shape;819;g3b9e6d2fc4f_0_713"/>
          <p:cNvCxnSpPr>
            <a:stCxn id="810" idx="1"/>
            <a:endCxn id="803" idx="1"/>
          </p:cNvCxnSpPr>
          <p:nvPr/>
        </p:nvCxnSpPr>
        <p:spPr>
          <a:xfrm flipH="1" rot="10800000">
            <a:off x="5363346" y="3705280"/>
            <a:ext cx="171600" cy="541500"/>
          </a:xfrm>
          <a:prstGeom prst="bentConnector3">
            <a:avLst>
              <a:gd fmla="val -115203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20" name="Google Shape;820;g3b9e6d2fc4f_0_713"/>
          <p:cNvCxnSpPr>
            <a:stCxn id="810" idx="1"/>
            <a:endCxn id="798" idx="1"/>
          </p:cNvCxnSpPr>
          <p:nvPr/>
        </p:nvCxnSpPr>
        <p:spPr>
          <a:xfrm flipH="1" rot="10800000">
            <a:off x="5363346" y="3326680"/>
            <a:ext cx="286200" cy="920100"/>
          </a:xfrm>
          <a:prstGeom prst="bentConnector3">
            <a:avLst>
              <a:gd fmla="val -69142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grpSp>
        <p:nvGrpSpPr>
          <p:cNvPr id="821" name="Google Shape;821;g3b9e6d2fc4f_0_713"/>
          <p:cNvGrpSpPr/>
          <p:nvPr/>
        </p:nvGrpSpPr>
        <p:grpSpPr>
          <a:xfrm>
            <a:off x="7786662" y="2717988"/>
            <a:ext cx="1246449" cy="321864"/>
            <a:chOff x="1148100" y="3735150"/>
            <a:chExt cx="1500300" cy="398100"/>
          </a:xfrm>
        </p:grpSpPr>
        <p:sp>
          <p:nvSpPr>
            <p:cNvPr id="822" name="Google Shape;822;g3b9e6d2fc4f_0_713"/>
            <p:cNvSpPr/>
            <p:nvPr/>
          </p:nvSpPr>
          <p:spPr>
            <a:xfrm>
              <a:off x="1148100" y="3735150"/>
              <a:ext cx="1500300" cy="3981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g3b9e6d2fc4f_0_713"/>
            <p:cNvSpPr/>
            <p:nvPr/>
          </p:nvSpPr>
          <p:spPr>
            <a:xfrm>
              <a:off x="12858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g3b9e6d2fc4f_0_713"/>
            <p:cNvSpPr/>
            <p:nvPr/>
          </p:nvSpPr>
          <p:spPr>
            <a:xfrm>
              <a:off x="16066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g3b9e6d2fc4f_0_713"/>
            <p:cNvSpPr/>
            <p:nvPr/>
          </p:nvSpPr>
          <p:spPr>
            <a:xfrm>
              <a:off x="19274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g3b9e6d2fc4f_0_713"/>
            <p:cNvSpPr/>
            <p:nvPr/>
          </p:nvSpPr>
          <p:spPr>
            <a:xfrm>
              <a:off x="22482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7" name="Google Shape;827;g3b9e6d2fc4f_0_713"/>
          <p:cNvGrpSpPr/>
          <p:nvPr/>
        </p:nvGrpSpPr>
        <p:grpSpPr>
          <a:xfrm>
            <a:off x="7786662" y="3113757"/>
            <a:ext cx="1246449" cy="321864"/>
            <a:chOff x="1148100" y="3735150"/>
            <a:chExt cx="1500300" cy="398100"/>
          </a:xfrm>
        </p:grpSpPr>
        <p:sp>
          <p:nvSpPr>
            <p:cNvPr id="828" name="Google Shape;828;g3b9e6d2fc4f_0_713"/>
            <p:cNvSpPr/>
            <p:nvPr/>
          </p:nvSpPr>
          <p:spPr>
            <a:xfrm>
              <a:off x="1148100" y="3735150"/>
              <a:ext cx="1500300" cy="3981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g3b9e6d2fc4f_0_713"/>
            <p:cNvSpPr/>
            <p:nvPr/>
          </p:nvSpPr>
          <p:spPr>
            <a:xfrm>
              <a:off x="12858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g3b9e6d2fc4f_0_713"/>
            <p:cNvSpPr/>
            <p:nvPr/>
          </p:nvSpPr>
          <p:spPr>
            <a:xfrm>
              <a:off x="16066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g3b9e6d2fc4f_0_713"/>
            <p:cNvSpPr/>
            <p:nvPr/>
          </p:nvSpPr>
          <p:spPr>
            <a:xfrm>
              <a:off x="19274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g3b9e6d2fc4f_0_713"/>
            <p:cNvSpPr/>
            <p:nvPr/>
          </p:nvSpPr>
          <p:spPr>
            <a:xfrm>
              <a:off x="22482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3" name="Google Shape;833;g3b9e6d2fc4f_0_713"/>
          <p:cNvGrpSpPr/>
          <p:nvPr/>
        </p:nvGrpSpPr>
        <p:grpSpPr>
          <a:xfrm>
            <a:off x="7786662" y="3509526"/>
            <a:ext cx="1246449" cy="321864"/>
            <a:chOff x="1148100" y="3735150"/>
            <a:chExt cx="1500300" cy="398100"/>
          </a:xfrm>
        </p:grpSpPr>
        <p:sp>
          <p:nvSpPr>
            <p:cNvPr id="834" name="Google Shape;834;g3b9e6d2fc4f_0_713"/>
            <p:cNvSpPr/>
            <p:nvPr/>
          </p:nvSpPr>
          <p:spPr>
            <a:xfrm>
              <a:off x="1148100" y="3735150"/>
              <a:ext cx="1500300" cy="3981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g3b9e6d2fc4f_0_713"/>
            <p:cNvSpPr/>
            <p:nvPr/>
          </p:nvSpPr>
          <p:spPr>
            <a:xfrm>
              <a:off x="12858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g3b9e6d2fc4f_0_713"/>
            <p:cNvSpPr/>
            <p:nvPr/>
          </p:nvSpPr>
          <p:spPr>
            <a:xfrm>
              <a:off x="16066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g3b9e6d2fc4f_0_713"/>
            <p:cNvSpPr/>
            <p:nvPr/>
          </p:nvSpPr>
          <p:spPr>
            <a:xfrm>
              <a:off x="19274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g3b9e6d2fc4f_0_713"/>
            <p:cNvSpPr/>
            <p:nvPr/>
          </p:nvSpPr>
          <p:spPr>
            <a:xfrm>
              <a:off x="22482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39" name="Google Shape;839;g3b9e6d2fc4f_0_713"/>
          <p:cNvSpPr txBox="1"/>
          <p:nvPr/>
        </p:nvSpPr>
        <p:spPr>
          <a:xfrm>
            <a:off x="7137492" y="2717199"/>
            <a:ext cx="29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C78D8"/>
                </a:solidFill>
              </a:rPr>
              <a:t>Q</a:t>
            </a:r>
            <a:endParaRPr b="1">
              <a:solidFill>
                <a:srgbClr val="3C78D8"/>
              </a:solidFill>
            </a:endParaRPr>
          </a:p>
        </p:txBody>
      </p:sp>
      <p:grpSp>
        <p:nvGrpSpPr>
          <p:cNvPr id="840" name="Google Shape;840;g3b9e6d2fc4f_0_713"/>
          <p:cNvGrpSpPr/>
          <p:nvPr/>
        </p:nvGrpSpPr>
        <p:grpSpPr>
          <a:xfrm>
            <a:off x="7614996" y="3980416"/>
            <a:ext cx="1310005" cy="463028"/>
            <a:chOff x="811325" y="4332175"/>
            <a:chExt cx="1576800" cy="572700"/>
          </a:xfrm>
        </p:grpSpPr>
        <p:sp>
          <p:nvSpPr>
            <p:cNvPr id="841" name="Google Shape;841;g3b9e6d2fc4f_0_713"/>
            <p:cNvSpPr/>
            <p:nvPr/>
          </p:nvSpPr>
          <p:spPr>
            <a:xfrm>
              <a:off x="811325" y="4332175"/>
              <a:ext cx="1576800" cy="5727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42" name="Google Shape;842;g3b9e6d2fc4f_0_713"/>
            <p:cNvGrpSpPr/>
            <p:nvPr/>
          </p:nvGrpSpPr>
          <p:grpSpPr>
            <a:xfrm>
              <a:off x="1007625" y="4529750"/>
              <a:ext cx="1176600" cy="226500"/>
              <a:chOff x="1285875" y="3842325"/>
              <a:chExt cx="1176600" cy="226500"/>
            </a:xfrm>
          </p:grpSpPr>
          <p:sp>
            <p:nvSpPr>
              <p:cNvPr id="843" name="Google Shape;843;g3b9e6d2fc4f_0_713"/>
              <p:cNvSpPr/>
              <p:nvPr/>
            </p:nvSpPr>
            <p:spPr>
              <a:xfrm>
                <a:off x="1285875" y="3842325"/>
                <a:ext cx="214200" cy="2265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4" name="Google Shape;844;g3b9e6d2fc4f_0_713"/>
              <p:cNvSpPr/>
              <p:nvPr/>
            </p:nvSpPr>
            <p:spPr>
              <a:xfrm>
                <a:off x="1606675" y="3842325"/>
                <a:ext cx="214200" cy="2265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5" name="Google Shape;845;g3b9e6d2fc4f_0_713"/>
              <p:cNvSpPr/>
              <p:nvPr/>
            </p:nvSpPr>
            <p:spPr>
              <a:xfrm>
                <a:off x="1927475" y="3842325"/>
                <a:ext cx="214200" cy="2265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6" name="Google Shape;846;g3b9e6d2fc4f_0_713"/>
              <p:cNvSpPr/>
              <p:nvPr/>
            </p:nvSpPr>
            <p:spPr>
              <a:xfrm>
                <a:off x="2248275" y="3842325"/>
                <a:ext cx="214200" cy="2265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47" name="Google Shape;847;g3b9e6d2fc4f_0_713"/>
          <p:cNvSpPr txBox="1"/>
          <p:nvPr/>
        </p:nvSpPr>
        <p:spPr>
          <a:xfrm>
            <a:off x="7137492" y="3112968"/>
            <a:ext cx="35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K</a:t>
            </a:r>
            <a:endParaRPr b="1">
              <a:solidFill>
                <a:srgbClr val="980000"/>
              </a:solidFill>
            </a:endParaRPr>
          </a:p>
        </p:txBody>
      </p:sp>
      <p:sp>
        <p:nvSpPr>
          <p:cNvPr id="848" name="Google Shape;848;g3b9e6d2fc4f_0_713"/>
          <p:cNvSpPr txBox="1"/>
          <p:nvPr/>
        </p:nvSpPr>
        <p:spPr>
          <a:xfrm>
            <a:off x="7137492" y="3508736"/>
            <a:ext cx="29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8761D"/>
                </a:solidFill>
              </a:rPr>
              <a:t>V</a:t>
            </a:r>
            <a:endParaRPr b="1">
              <a:solidFill>
                <a:srgbClr val="38761D"/>
              </a:solidFill>
            </a:endParaRPr>
          </a:p>
        </p:txBody>
      </p:sp>
      <p:cxnSp>
        <p:nvCxnSpPr>
          <p:cNvPr id="849" name="Google Shape;849;g3b9e6d2fc4f_0_713"/>
          <p:cNvCxnSpPr>
            <a:stCxn id="841" idx="1"/>
            <a:endCxn id="822" idx="1"/>
          </p:cNvCxnSpPr>
          <p:nvPr/>
        </p:nvCxnSpPr>
        <p:spPr>
          <a:xfrm flipH="1" rot="10800000">
            <a:off x="7614996" y="2879030"/>
            <a:ext cx="171600" cy="1332900"/>
          </a:xfrm>
          <a:prstGeom prst="bentConnector3">
            <a:avLst>
              <a:gd fmla="val -138767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50" name="Google Shape;850;g3b9e6d2fc4f_0_713"/>
          <p:cNvCxnSpPr>
            <a:stCxn id="841" idx="1"/>
            <a:endCxn id="834" idx="1"/>
          </p:cNvCxnSpPr>
          <p:nvPr/>
        </p:nvCxnSpPr>
        <p:spPr>
          <a:xfrm flipH="1" rot="10800000">
            <a:off x="7614996" y="3670430"/>
            <a:ext cx="171600" cy="541500"/>
          </a:xfrm>
          <a:prstGeom prst="bentConnector3">
            <a:avLst>
              <a:gd fmla="val -138767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51" name="Google Shape;851;g3b9e6d2fc4f_0_713"/>
          <p:cNvCxnSpPr>
            <a:stCxn id="841" idx="1"/>
            <a:endCxn id="829" idx="1"/>
          </p:cNvCxnSpPr>
          <p:nvPr/>
        </p:nvCxnSpPr>
        <p:spPr>
          <a:xfrm flipH="1" rot="10800000">
            <a:off x="7614996" y="3291830"/>
            <a:ext cx="286200" cy="920100"/>
          </a:xfrm>
          <a:prstGeom prst="bentConnector3">
            <a:avLst>
              <a:gd fmla="val -83202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52" name="Google Shape;852;g3b9e6d2fc4f_0_713"/>
          <p:cNvCxnSpPr/>
          <p:nvPr/>
        </p:nvCxnSpPr>
        <p:spPr>
          <a:xfrm>
            <a:off x="1546575" y="4443450"/>
            <a:ext cx="0" cy="36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3" name="Google Shape;853;g3b9e6d2fc4f_0_713"/>
          <p:cNvCxnSpPr/>
          <p:nvPr/>
        </p:nvCxnSpPr>
        <p:spPr>
          <a:xfrm>
            <a:off x="3997950" y="4478300"/>
            <a:ext cx="0" cy="36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4" name="Google Shape;854;g3b9e6d2fc4f_0_713"/>
          <p:cNvCxnSpPr/>
          <p:nvPr/>
        </p:nvCxnSpPr>
        <p:spPr>
          <a:xfrm>
            <a:off x="6158225" y="4478300"/>
            <a:ext cx="0" cy="36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5" name="Google Shape;855;g3b9e6d2fc4f_0_713"/>
          <p:cNvCxnSpPr/>
          <p:nvPr/>
        </p:nvCxnSpPr>
        <p:spPr>
          <a:xfrm>
            <a:off x="8409875" y="4478300"/>
            <a:ext cx="0" cy="36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56" name="Google Shape;856;g3b9e6d2fc4f_0_713"/>
          <p:cNvGrpSpPr/>
          <p:nvPr/>
        </p:nvGrpSpPr>
        <p:grpSpPr>
          <a:xfrm>
            <a:off x="983169" y="2010416"/>
            <a:ext cx="1246449" cy="321864"/>
            <a:chOff x="1148100" y="3735150"/>
            <a:chExt cx="1500300" cy="398100"/>
          </a:xfrm>
        </p:grpSpPr>
        <p:sp>
          <p:nvSpPr>
            <p:cNvPr id="857" name="Google Shape;857;g3b9e6d2fc4f_0_713"/>
            <p:cNvSpPr/>
            <p:nvPr/>
          </p:nvSpPr>
          <p:spPr>
            <a:xfrm>
              <a:off x="1148100" y="3735150"/>
              <a:ext cx="1500300" cy="3981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7F6000"/>
                </a:solidFill>
              </a:endParaRPr>
            </a:p>
          </p:txBody>
        </p:sp>
        <p:sp>
          <p:nvSpPr>
            <p:cNvPr id="858" name="Google Shape;858;g3b9e6d2fc4f_0_713"/>
            <p:cNvSpPr/>
            <p:nvPr/>
          </p:nvSpPr>
          <p:spPr>
            <a:xfrm>
              <a:off x="12858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rgbClr val="7F6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7F6000"/>
                </a:solidFill>
              </a:endParaRPr>
            </a:p>
          </p:txBody>
        </p:sp>
        <p:sp>
          <p:nvSpPr>
            <p:cNvPr id="859" name="Google Shape;859;g3b9e6d2fc4f_0_713"/>
            <p:cNvSpPr/>
            <p:nvPr/>
          </p:nvSpPr>
          <p:spPr>
            <a:xfrm>
              <a:off x="16066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rgbClr val="7F6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7F6000"/>
                </a:solidFill>
              </a:endParaRPr>
            </a:p>
          </p:txBody>
        </p:sp>
        <p:sp>
          <p:nvSpPr>
            <p:cNvPr id="860" name="Google Shape;860;g3b9e6d2fc4f_0_713"/>
            <p:cNvSpPr/>
            <p:nvPr/>
          </p:nvSpPr>
          <p:spPr>
            <a:xfrm>
              <a:off x="19274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rgbClr val="7F6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7F6000"/>
                </a:solidFill>
              </a:endParaRPr>
            </a:p>
          </p:txBody>
        </p:sp>
        <p:sp>
          <p:nvSpPr>
            <p:cNvPr id="861" name="Google Shape;861;g3b9e6d2fc4f_0_713"/>
            <p:cNvSpPr/>
            <p:nvPr/>
          </p:nvSpPr>
          <p:spPr>
            <a:xfrm>
              <a:off x="22482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rgbClr val="7F6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7F6000"/>
                </a:solidFill>
              </a:endParaRPr>
            </a:p>
          </p:txBody>
        </p:sp>
      </p:grpSp>
      <p:grpSp>
        <p:nvGrpSpPr>
          <p:cNvPr id="862" name="Google Shape;862;g3b9e6d2fc4f_0_713"/>
          <p:cNvGrpSpPr/>
          <p:nvPr/>
        </p:nvGrpSpPr>
        <p:grpSpPr>
          <a:xfrm>
            <a:off x="3081944" y="2010841"/>
            <a:ext cx="1246449" cy="321864"/>
            <a:chOff x="1148100" y="3735150"/>
            <a:chExt cx="1500300" cy="398100"/>
          </a:xfrm>
        </p:grpSpPr>
        <p:sp>
          <p:nvSpPr>
            <p:cNvPr id="863" name="Google Shape;863;g3b9e6d2fc4f_0_713"/>
            <p:cNvSpPr/>
            <p:nvPr/>
          </p:nvSpPr>
          <p:spPr>
            <a:xfrm>
              <a:off x="1148100" y="3735150"/>
              <a:ext cx="1500300" cy="3981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7F6000"/>
                </a:solidFill>
              </a:endParaRPr>
            </a:p>
          </p:txBody>
        </p:sp>
        <p:sp>
          <p:nvSpPr>
            <p:cNvPr id="864" name="Google Shape;864;g3b9e6d2fc4f_0_713"/>
            <p:cNvSpPr/>
            <p:nvPr/>
          </p:nvSpPr>
          <p:spPr>
            <a:xfrm>
              <a:off x="12858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rgbClr val="7F6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7F6000"/>
                </a:solidFill>
              </a:endParaRPr>
            </a:p>
          </p:txBody>
        </p:sp>
        <p:sp>
          <p:nvSpPr>
            <p:cNvPr id="865" name="Google Shape;865;g3b9e6d2fc4f_0_713"/>
            <p:cNvSpPr/>
            <p:nvPr/>
          </p:nvSpPr>
          <p:spPr>
            <a:xfrm>
              <a:off x="16066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rgbClr val="7F6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7F6000"/>
                </a:solidFill>
              </a:endParaRPr>
            </a:p>
          </p:txBody>
        </p:sp>
        <p:sp>
          <p:nvSpPr>
            <p:cNvPr id="866" name="Google Shape;866;g3b9e6d2fc4f_0_713"/>
            <p:cNvSpPr/>
            <p:nvPr/>
          </p:nvSpPr>
          <p:spPr>
            <a:xfrm>
              <a:off x="19274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rgbClr val="7F6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7F6000"/>
                </a:solidFill>
              </a:endParaRPr>
            </a:p>
          </p:txBody>
        </p:sp>
        <p:sp>
          <p:nvSpPr>
            <p:cNvPr id="867" name="Google Shape;867;g3b9e6d2fc4f_0_713"/>
            <p:cNvSpPr/>
            <p:nvPr/>
          </p:nvSpPr>
          <p:spPr>
            <a:xfrm>
              <a:off x="22482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rgbClr val="7F6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7F6000"/>
                </a:solidFill>
              </a:endParaRPr>
            </a:p>
          </p:txBody>
        </p:sp>
      </p:grpSp>
      <p:grpSp>
        <p:nvGrpSpPr>
          <p:cNvPr id="868" name="Google Shape;868;g3b9e6d2fc4f_0_713"/>
          <p:cNvGrpSpPr/>
          <p:nvPr/>
        </p:nvGrpSpPr>
        <p:grpSpPr>
          <a:xfrm>
            <a:off x="5395119" y="2011266"/>
            <a:ext cx="1246449" cy="321864"/>
            <a:chOff x="1148100" y="3735150"/>
            <a:chExt cx="1500300" cy="398100"/>
          </a:xfrm>
        </p:grpSpPr>
        <p:sp>
          <p:nvSpPr>
            <p:cNvPr id="869" name="Google Shape;869;g3b9e6d2fc4f_0_713"/>
            <p:cNvSpPr/>
            <p:nvPr/>
          </p:nvSpPr>
          <p:spPr>
            <a:xfrm>
              <a:off x="1148100" y="3735150"/>
              <a:ext cx="1500300" cy="3981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7F6000"/>
                </a:solidFill>
              </a:endParaRPr>
            </a:p>
          </p:txBody>
        </p:sp>
        <p:sp>
          <p:nvSpPr>
            <p:cNvPr id="870" name="Google Shape;870;g3b9e6d2fc4f_0_713"/>
            <p:cNvSpPr/>
            <p:nvPr/>
          </p:nvSpPr>
          <p:spPr>
            <a:xfrm>
              <a:off x="12858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rgbClr val="7F6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7F6000"/>
                </a:solidFill>
              </a:endParaRPr>
            </a:p>
          </p:txBody>
        </p:sp>
        <p:sp>
          <p:nvSpPr>
            <p:cNvPr id="871" name="Google Shape;871;g3b9e6d2fc4f_0_713"/>
            <p:cNvSpPr/>
            <p:nvPr/>
          </p:nvSpPr>
          <p:spPr>
            <a:xfrm>
              <a:off x="16066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rgbClr val="7F6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7F6000"/>
                </a:solidFill>
              </a:endParaRPr>
            </a:p>
          </p:txBody>
        </p:sp>
        <p:sp>
          <p:nvSpPr>
            <p:cNvPr id="872" name="Google Shape;872;g3b9e6d2fc4f_0_713"/>
            <p:cNvSpPr/>
            <p:nvPr/>
          </p:nvSpPr>
          <p:spPr>
            <a:xfrm>
              <a:off x="19274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rgbClr val="7F6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7F6000"/>
                </a:solidFill>
              </a:endParaRPr>
            </a:p>
          </p:txBody>
        </p:sp>
        <p:sp>
          <p:nvSpPr>
            <p:cNvPr id="873" name="Google Shape;873;g3b9e6d2fc4f_0_713"/>
            <p:cNvSpPr/>
            <p:nvPr/>
          </p:nvSpPr>
          <p:spPr>
            <a:xfrm>
              <a:off x="22482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rgbClr val="7F6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7F6000"/>
                </a:solidFill>
              </a:endParaRPr>
            </a:p>
          </p:txBody>
        </p:sp>
      </p:grpSp>
      <p:grpSp>
        <p:nvGrpSpPr>
          <p:cNvPr id="874" name="Google Shape;874;g3b9e6d2fc4f_0_713"/>
          <p:cNvGrpSpPr/>
          <p:nvPr/>
        </p:nvGrpSpPr>
        <p:grpSpPr>
          <a:xfrm>
            <a:off x="7646769" y="1993841"/>
            <a:ext cx="1246449" cy="321864"/>
            <a:chOff x="1148100" y="3735150"/>
            <a:chExt cx="1500300" cy="398100"/>
          </a:xfrm>
        </p:grpSpPr>
        <p:sp>
          <p:nvSpPr>
            <p:cNvPr id="875" name="Google Shape;875;g3b9e6d2fc4f_0_713"/>
            <p:cNvSpPr/>
            <p:nvPr/>
          </p:nvSpPr>
          <p:spPr>
            <a:xfrm>
              <a:off x="1148100" y="3735150"/>
              <a:ext cx="1500300" cy="3981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7F6000"/>
                </a:solidFill>
              </a:endParaRPr>
            </a:p>
          </p:txBody>
        </p:sp>
        <p:sp>
          <p:nvSpPr>
            <p:cNvPr id="876" name="Google Shape;876;g3b9e6d2fc4f_0_713"/>
            <p:cNvSpPr/>
            <p:nvPr/>
          </p:nvSpPr>
          <p:spPr>
            <a:xfrm>
              <a:off x="12858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rgbClr val="7F6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7F6000"/>
                </a:solidFill>
              </a:endParaRPr>
            </a:p>
          </p:txBody>
        </p:sp>
        <p:sp>
          <p:nvSpPr>
            <p:cNvPr id="877" name="Google Shape;877;g3b9e6d2fc4f_0_713"/>
            <p:cNvSpPr/>
            <p:nvPr/>
          </p:nvSpPr>
          <p:spPr>
            <a:xfrm>
              <a:off x="16066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rgbClr val="7F6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7F6000"/>
                </a:solidFill>
              </a:endParaRPr>
            </a:p>
          </p:txBody>
        </p:sp>
        <p:sp>
          <p:nvSpPr>
            <p:cNvPr id="878" name="Google Shape;878;g3b9e6d2fc4f_0_713"/>
            <p:cNvSpPr/>
            <p:nvPr/>
          </p:nvSpPr>
          <p:spPr>
            <a:xfrm>
              <a:off x="19274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rgbClr val="7F6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7F6000"/>
                </a:solidFill>
              </a:endParaRPr>
            </a:p>
          </p:txBody>
        </p:sp>
        <p:sp>
          <p:nvSpPr>
            <p:cNvPr id="879" name="Google Shape;879;g3b9e6d2fc4f_0_713"/>
            <p:cNvSpPr/>
            <p:nvPr/>
          </p:nvSpPr>
          <p:spPr>
            <a:xfrm>
              <a:off x="2248275" y="3842325"/>
              <a:ext cx="214200" cy="2265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rgbClr val="7F6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7F6000"/>
                </a:solidFill>
              </a:endParaRPr>
            </a:p>
          </p:txBody>
        </p:sp>
      </p:grpSp>
      <p:sp>
        <p:nvSpPr>
          <p:cNvPr id="880" name="Google Shape;880;g3b9e6d2fc4f_0_713"/>
          <p:cNvSpPr/>
          <p:nvPr/>
        </p:nvSpPr>
        <p:spPr>
          <a:xfrm>
            <a:off x="1011600" y="1353125"/>
            <a:ext cx="1469400" cy="321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Feed fwd layer</a:t>
            </a:r>
            <a:endParaRPr/>
          </a:p>
        </p:txBody>
      </p:sp>
      <p:sp>
        <p:nvSpPr>
          <p:cNvPr id="881" name="Google Shape;881;g3b9e6d2fc4f_0_713"/>
          <p:cNvSpPr/>
          <p:nvPr/>
        </p:nvSpPr>
        <p:spPr>
          <a:xfrm>
            <a:off x="2859000" y="1353338"/>
            <a:ext cx="1469400" cy="321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Feed fwd layer</a:t>
            </a:r>
            <a:endParaRPr/>
          </a:p>
        </p:txBody>
      </p:sp>
      <p:sp>
        <p:nvSpPr>
          <p:cNvPr id="882" name="Google Shape;882;g3b9e6d2fc4f_0_713"/>
          <p:cNvSpPr/>
          <p:nvPr/>
        </p:nvSpPr>
        <p:spPr>
          <a:xfrm>
            <a:off x="5165450" y="1353538"/>
            <a:ext cx="1469400" cy="321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Feed fwd layer</a:t>
            </a:r>
            <a:endParaRPr/>
          </a:p>
        </p:txBody>
      </p:sp>
      <p:sp>
        <p:nvSpPr>
          <p:cNvPr id="883" name="Google Shape;883;g3b9e6d2fc4f_0_713"/>
          <p:cNvSpPr/>
          <p:nvPr/>
        </p:nvSpPr>
        <p:spPr>
          <a:xfrm>
            <a:off x="7376875" y="1344825"/>
            <a:ext cx="1469400" cy="321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Feed fwd layer</a:t>
            </a:r>
            <a:endParaRPr/>
          </a:p>
        </p:txBody>
      </p:sp>
      <p:cxnSp>
        <p:nvCxnSpPr>
          <p:cNvPr id="884" name="Google Shape;884;g3b9e6d2fc4f_0_713"/>
          <p:cNvCxnSpPr/>
          <p:nvPr/>
        </p:nvCxnSpPr>
        <p:spPr>
          <a:xfrm>
            <a:off x="1606400" y="1666725"/>
            <a:ext cx="0" cy="367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5" name="Google Shape;885;g3b9e6d2fc4f_0_713"/>
          <p:cNvCxnSpPr/>
          <p:nvPr/>
        </p:nvCxnSpPr>
        <p:spPr>
          <a:xfrm>
            <a:off x="3593700" y="1701113"/>
            <a:ext cx="0" cy="367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6" name="Google Shape;886;g3b9e6d2fc4f_0_713"/>
          <p:cNvCxnSpPr/>
          <p:nvPr/>
        </p:nvCxnSpPr>
        <p:spPr>
          <a:xfrm>
            <a:off x="5900150" y="1701538"/>
            <a:ext cx="0" cy="367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7" name="Google Shape;887;g3b9e6d2fc4f_0_713"/>
          <p:cNvCxnSpPr/>
          <p:nvPr/>
        </p:nvCxnSpPr>
        <p:spPr>
          <a:xfrm>
            <a:off x="8111575" y="1684113"/>
            <a:ext cx="0" cy="367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8" name="Google Shape;888;g3b9e6d2fc4f_0_713"/>
          <p:cNvSpPr/>
          <p:nvPr/>
        </p:nvSpPr>
        <p:spPr>
          <a:xfrm>
            <a:off x="375875" y="1219850"/>
            <a:ext cx="8768100" cy="3400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"/>
              <a:t>Text processing steps in a Large language Model</a:t>
            </a:r>
            <a:endParaRPr/>
          </a:p>
        </p:txBody>
      </p:sp>
      <p:pic>
        <p:nvPicPr>
          <p:cNvPr id="894" name="Google Shape;89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0663" y="1184525"/>
            <a:ext cx="6342666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kamai Theme - No Footer">
  <a:themeElements>
    <a:clrScheme name="Custom 2">
      <a:dk1>
        <a:srgbClr val="000000"/>
      </a:dk1>
      <a:lt1>
        <a:srgbClr val="FFFFFF"/>
      </a:lt1>
      <a:dk2>
        <a:srgbClr val="009CDE"/>
      </a:dk2>
      <a:lt2>
        <a:srgbClr val="FF9933"/>
      </a:lt2>
      <a:accent1>
        <a:srgbClr val="672E8F"/>
      </a:accent1>
      <a:accent2>
        <a:srgbClr val="25B477"/>
      </a:accent2>
      <a:accent3>
        <a:srgbClr val="24C8FF"/>
      </a:accent3>
      <a:accent4>
        <a:srgbClr val="002856"/>
      </a:accent4>
      <a:accent5>
        <a:srgbClr val="182548"/>
      </a:accent5>
      <a:accent6>
        <a:srgbClr val="000000"/>
      </a:accent6>
      <a:hlink>
        <a:srgbClr val="24C8FF"/>
      </a:hlink>
      <a:folHlink>
        <a:srgbClr val="009CD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